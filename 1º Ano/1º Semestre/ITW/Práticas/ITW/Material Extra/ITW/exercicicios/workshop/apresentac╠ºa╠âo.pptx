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8" r:id="rId2"/>
    <p:sldId id="260" r:id="rId3"/>
    <p:sldId id="259" r:id="rId4"/>
    <p:sldId id="266" r:id="rId5"/>
    <p:sldId id="267" r:id="rId6"/>
    <p:sldId id="268" r:id="rId7"/>
    <p:sldId id="269" r:id="rId8"/>
    <p:sldId id="262" r:id="rId9"/>
    <p:sldId id="263" r:id="rId10"/>
    <p:sldId id="256" r:id="rId11"/>
    <p:sldId id="257" r:id="rId12"/>
    <p:sldId id="261" r:id="rId13"/>
    <p:sldId id="271" r:id="rId14"/>
    <p:sldId id="270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B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E932A-376A-497B-A037-EA4294DA0901}" type="datetimeFigureOut">
              <a:rPr lang="en-US" smtClean="0"/>
              <a:t>10/12/2015</a:t>
            </a:fld>
            <a:endParaRPr lang="en-US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080AF-7379-43BF-9618-21C4730BC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66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67105-0F21-F546-A3AD-6A9639F791D4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8130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67105-0F21-F546-A3AD-6A9639F791D4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10416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67105-0F21-F546-A3AD-6A9639F791D4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87027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67105-0F21-F546-A3AD-6A9639F791D4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70733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67105-0F21-F546-A3AD-6A9639F791D4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14347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67105-0F21-F546-A3AD-6A9639F791D4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38735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67105-0F21-F546-A3AD-6A9639F791D4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4071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67105-0F21-F546-A3AD-6A9639F791D4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6779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67105-0F21-F546-A3AD-6A9639F791D4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5611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67105-0F21-F546-A3AD-6A9639F791D4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20855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67105-0F21-F546-A3AD-6A9639F791D4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96355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67105-0F21-F546-A3AD-6A9639F791D4}" type="slidenum">
              <a:rPr lang="pt-PT" smtClean="0"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67896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67105-0F21-F546-A3AD-6A9639F791D4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272650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67105-0F21-F546-A3AD-6A9639F791D4}" type="slidenum">
              <a:rPr lang="pt-PT" smtClean="0"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6103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67105-0F21-F546-A3AD-6A9639F791D4}" type="slidenum">
              <a:rPr lang="pt-PT" smtClean="0"/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11397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67105-0F21-F546-A3AD-6A9639F791D4}" type="slidenum">
              <a:rPr lang="pt-PT" smtClean="0"/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69726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 smtClean="0"/>
              <a:t>Faça clique para editar o estilo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99D2-BFD5-4E5E-90E2-BFA581F8225A}" type="datetimeFigureOut">
              <a:rPr lang="en-US" smtClean="0"/>
              <a:t>10/12/2015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6257-D660-4C5B-86E4-BCDA18AE4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9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99D2-BFD5-4E5E-90E2-BFA581F8225A}" type="datetimeFigureOut">
              <a:rPr lang="en-US" smtClean="0"/>
              <a:t>10/12/2015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6257-D660-4C5B-86E4-BCDA18AE4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70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99D2-BFD5-4E5E-90E2-BFA581F8225A}" type="datetimeFigureOut">
              <a:rPr lang="en-US" smtClean="0"/>
              <a:t>10/12/2015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6257-D660-4C5B-86E4-BCDA18AE4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99D2-BFD5-4E5E-90E2-BFA581F8225A}" type="datetimeFigureOut">
              <a:rPr lang="en-US" smtClean="0"/>
              <a:t>10/12/2015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6257-D660-4C5B-86E4-BCDA18AE4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51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99D2-BFD5-4E5E-90E2-BFA581F8225A}" type="datetimeFigureOut">
              <a:rPr lang="en-US" smtClean="0"/>
              <a:t>10/12/2015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6257-D660-4C5B-86E4-BCDA18AE4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000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99D2-BFD5-4E5E-90E2-BFA581F8225A}" type="datetimeFigureOut">
              <a:rPr lang="en-US" smtClean="0"/>
              <a:t>10/12/2015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6257-D660-4C5B-86E4-BCDA18AE4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92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99D2-BFD5-4E5E-90E2-BFA581F8225A}" type="datetimeFigureOut">
              <a:rPr lang="en-US" smtClean="0"/>
              <a:t>10/12/2015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6257-D660-4C5B-86E4-BCDA18AE4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41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99D2-BFD5-4E5E-90E2-BFA581F8225A}" type="datetimeFigureOut">
              <a:rPr lang="en-US" smtClean="0"/>
              <a:t>10/12/2015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6257-D660-4C5B-86E4-BCDA18AE4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97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99D2-BFD5-4E5E-90E2-BFA581F8225A}" type="datetimeFigureOut">
              <a:rPr lang="en-US" smtClean="0"/>
              <a:t>10/12/2015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6257-D660-4C5B-86E4-BCDA18AE4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14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99D2-BFD5-4E5E-90E2-BFA581F8225A}" type="datetimeFigureOut">
              <a:rPr lang="en-US" smtClean="0"/>
              <a:t>10/12/2015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6257-D660-4C5B-86E4-BCDA18AE4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51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99D2-BFD5-4E5E-90E2-BFA581F8225A}" type="datetimeFigureOut">
              <a:rPr lang="en-US" smtClean="0"/>
              <a:t>10/12/2015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6257-D660-4C5B-86E4-BCDA18AE4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3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B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D99D2-BFD5-4E5E-90E2-BFA581F8225A}" type="datetimeFigureOut">
              <a:rPr lang="en-US" smtClean="0"/>
              <a:t>10/12/2015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46257-D660-4C5B-86E4-BCDA18AE4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28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" y="1161738"/>
            <a:ext cx="12169418" cy="450454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</p:pic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01" t="71991" r="24112"/>
          <a:stretch/>
        </p:blipFill>
        <p:spPr>
          <a:xfrm>
            <a:off x="7350176" y="4464570"/>
            <a:ext cx="4841824" cy="126167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</p:pic>
      <p:sp>
        <p:nvSpPr>
          <p:cNvPr id="5" name="CaixaDeTexto 4"/>
          <p:cNvSpPr txBox="1"/>
          <p:nvPr/>
        </p:nvSpPr>
        <p:spPr>
          <a:xfrm>
            <a:off x="11291" y="6520721"/>
            <a:ext cx="252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Orador</a:t>
            </a:r>
            <a:r>
              <a:rPr lang="pt-PT" dirty="0" smtClean="0">
                <a:solidFill>
                  <a:schemeClr val="bg1"/>
                </a:solidFill>
              </a:rPr>
              <a:t>: Paulo Neves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69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>
                <a:solidFill>
                  <a:schemeClr val="bg1"/>
                </a:solidFill>
                <a:latin typeface="Avenir Book"/>
                <a:cs typeface="Avenir Book"/>
              </a:rPr>
              <a:t>Tags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81201" y="1671757"/>
            <a:ext cx="822552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&lt;</a:t>
            </a:r>
            <a:r>
              <a:rPr lang="pt-PT" sz="2800" dirty="0" err="1" smtClean="0">
                <a:solidFill>
                  <a:srgbClr val="002060"/>
                </a:solidFill>
                <a:latin typeface="Avenir Book"/>
                <a:cs typeface="Avenir Book"/>
              </a:rPr>
              <a:t>html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&gt;</a:t>
            </a:r>
            <a:b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</a:b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	&lt;</a:t>
            </a:r>
            <a:r>
              <a:rPr lang="pt-PT" sz="2800" dirty="0" err="1" smtClean="0">
                <a:solidFill>
                  <a:srgbClr val="002060"/>
                </a:solidFill>
                <a:latin typeface="Avenir Book"/>
                <a:cs typeface="Avenir Book"/>
              </a:rPr>
              <a:t>head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&gt;</a:t>
            </a:r>
          </a:p>
          <a:p>
            <a:r>
              <a:rPr lang="pt-PT" sz="2800" dirty="0">
                <a:solidFill>
                  <a:srgbClr val="002060"/>
                </a:solidFill>
                <a:latin typeface="Avenir Book"/>
                <a:cs typeface="Avenir Book"/>
              </a:rPr>
              <a:t>	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	&lt;</a:t>
            </a:r>
            <a:r>
              <a:rPr lang="pt-PT" sz="2800" dirty="0" err="1" smtClean="0">
                <a:solidFill>
                  <a:srgbClr val="002060"/>
                </a:solidFill>
                <a:latin typeface="Avenir Book"/>
                <a:cs typeface="Avenir Book"/>
              </a:rPr>
              <a:t>title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&gt;&lt;/</a:t>
            </a:r>
            <a:r>
              <a:rPr lang="pt-PT" sz="2800" dirty="0" err="1" smtClean="0">
                <a:solidFill>
                  <a:srgbClr val="002060"/>
                </a:solidFill>
                <a:latin typeface="Avenir Book"/>
                <a:cs typeface="Avenir Book"/>
              </a:rPr>
              <a:t>title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&gt;</a:t>
            </a:r>
          </a:p>
          <a:p>
            <a:r>
              <a:rPr lang="pt-PT" sz="2800" dirty="0">
                <a:solidFill>
                  <a:srgbClr val="002060"/>
                </a:solidFill>
                <a:latin typeface="Avenir Book"/>
                <a:cs typeface="Avenir Book"/>
              </a:rPr>
              <a:t>	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&lt;/</a:t>
            </a:r>
            <a:r>
              <a:rPr lang="pt-PT" sz="2800" dirty="0" err="1" smtClean="0">
                <a:solidFill>
                  <a:srgbClr val="002060"/>
                </a:solidFill>
                <a:latin typeface="Avenir Book"/>
                <a:cs typeface="Avenir Book"/>
              </a:rPr>
              <a:t>head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&gt;</a:t>
            </a:r>
          </a:p>
          <a:p>
            <a:r>
              <a:rPr lang="pt-PT" sz="2800" dirty="0">
                <a:solidFill>
                  <a:srgbClr val="002060"/>
                </a:solidFill>
                <a:latin typeface="Avenir Book"/>
                <a:cs typeface="Avenir Book"/>
              </a:rPr>
              <a:t>	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&lt;body&gt;</a:t>
            </a:r>
          </a:p>
          <a:p>
            <a:r>
              <a:rPr lang="pt-PT" sz="2800" dirty="0">
                <a:solidFill>
                  <a:srgbClr val="002060"/>
                </a:solidFill>
                <a:latin typeface="Avenir Book"/>
                <a:cs typeface="Avenir Book"/>
              </a:rPr>
              <a:t>	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	&lt;</a:t>
            </a:r>
            <a:r>
              <a:rPr lang="pt-PT" sz="2800" dirty="0" err="1" smtClean="0">
                <a:solidFill>
                  <a:srgbClr val="002060"/>
                </a:solidFill>
                <a:latin typeface="Avenir Book"/>
                <a:cs typeface="Avenir Book"/>
              </a:rPr>
              <a:t>div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&gt;</a:t>
            </a:r>
          </a:p>
          <a:p>
            <a:r>
              <a:rPr lang="pt-PT" sz="2800" dirty="0">
                <a:solidFill>
                  <a:srgbClr val="002060"/>
                </a:solidFill>
                <a:latin typeface="Avenir Book"/>
                <a:cs typeface="Avenir Book"/>
              </a:rPr>
              <a:t>	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		&lt;h1&gt;&lt;/h1&gt;</a:t>
            </a:r>
          </a:p>
          <a:p>
            <a:r>
              <a:rPr lang="pt-PT" sz="2800" dirty="0">
                <a:solidFill>
                  <a:srgbClr val="002060"/>
                </a:solidFill>
                <a:latin typeface="Avenir Book"/>
                <a:cs typeface="Avenir Book"/>
              </a:rPr>
              <a:t>	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		&lt;p&gt; &lt;</a:t>
            </a:r>
            <a:r>
              <a:rPr lang="pt-PT" sz="2800" dirty="0" err="1" smtClean="0">
                <a:solidFill>
                  <a:srgbClr val="002060"/>
                </a:solidFill>
                <a:latin typeface="Avenir Book"/>
                <a:cs typeface="Avenir Book"/>
              </a:rPr>
              <a:t>span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&gt;&lt;/</a:t>
            </a:r>
            <a:r>
              <a:rPr lang="pt-PT" sz="2800" dirty="0" err="1" smtClean="0">
                <a:solidFill>
                  <a:srgbClr val="002060"/>
                </a:solidFill>
                <a:latin typeface="Avenir Book"/>
                <a:cs typeface="Avenir Book"/>
              </a:rPr>
              <a:t>span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&gt; &lt;/p&gt;</a:t>
            </a:r>
          </a:p>
          <a:p>
            <a:r>
              <a:rPr lang="pt-PT" sz="2800" dirty="0">
                <a:solidFill>
                  <a:srgbClr val="002060"/>
                </a:solidFill>
                <a:latin typeface="Avenir Book"/>
                <a:cs typeface="Avenir Book"/>
              </a:rPr>
              <a:t>	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	&lt;/</a:t>
            </a:r>
            <a:r>
              <a:rPr lang="pt-PT" sz="2800" dirty="0" err="1" smtClean="0">
                <a:solidFill>
                  <a:srgbClr val="002060"/>
                </a:solidFill>
                <a:latin typeface="Avenir Book"/>
                <a:cs typeface="Avenir Book"/>
              </a:rPr>
              <a:t>div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&gt;</a:t>
            </a:r>
          </a:p>
          <a:p>
            <a:r>
              <a:rPr lang="pt-PT" sz="2800" dirty="0">
                <a:solidFill>
                  <a:srgbClr val="002060"/>
                </a:solidFill>
                <a:latin typeface="Avenir Book"/>
                <a:cs typeface="Avenir Book"/>
              </a:rPr>
              <a:t>	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&lt;/body&gt;</a:t>
            </a:r>
          </a:p>
          <a:p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&lt;</a:t>
            </a:r>
            <a:r>
              <a:rPr lang="pt-PT" sz="2800" dirty="0" err="1" smtClean="0">
                <a:solidFill>
                  <a:srgbClr val="002060"/>
                </a:solidFill>
                <a:latin typeface="Avenir Book"/>
                <a:cs typeface="Avenir Book"/>
              </a:rPr>
              <a:t>html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&gt;</a:t>
            </a:r>
          </a:p>
          <a:p>
            <a:endParaRPr lang="pt-PT" sz="2800" dirty="0" smtClean="0">
              <a:solidFill>
                <a:srgbClr val="002060"/>
              </a:solidFill>
              <a:latin typeface="Avenir Book"/>
              <a:cs typeface="Avenir Book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1291" y="6520721"/>
            <a:ext cx="252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Orador</a:t>
            </a:r>
            <a:r>
              <a:rPr lang="pt-PT" dirty="0" smtClean="0">
                <a:solidFill>
                  <a:schemeClr val="bg1"/>
                </a:solidFill>
              </a:rPr>
              <a:t>: Paulo Neves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/>
                </a:solidFill>
                <a:latin typeface="Avenir Book"/>
                <a:cs typeface="Avenir Book"/>
              </a:rPr>
              <a:t>Atributos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81201" y="1671757"/>
            <a:ext cx="8225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&lt;</a:t>
            </a:r>
            <a:r>
              <a:rPr lang="pt-PT" sz="2800" dirty="0" err="1" smtClean="0">
                <a:solidFill>
                  <a:srgbClr val="002060"/>
                </a:solidFill>
                <a:latin typeface="Avenir Book"/>
                <a:cs typeface="Avenir Book"/>
              </a:rPr>
              <a:t>div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 </a:t>
            </a:r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id=“ola” </a:t>
            </a:r>
            <a:r>
              <a:rPr lang="pt-PT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class</a:t>
            </a:r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=“tudo bem”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&gt; &lt;/</a:t>
            </a:r>
            <a:r>
              <a:rPr lang="pt-PT" sz="2800" dirty="0" err="1" smtClean="0">
                <a:solidFill>
                  <a:srgbClr val="002060"/>
                </a:solidFill>
                <a:latin typeface="Avenir Book"/>
                <a:cs typeface="Avenir Book"/>
              </a:rPr>
              <a:t>div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&gt;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1291" y="6520721"/>
            <a:ext cx="252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Orador</a:t>
            </a:r>
            <a:r>
              <a:rPr lang="pt-PT" dirty="0" smtClean="0">
                <a:solidFill>
                  <a:schemeClr val="bg1"/>
                </a:solidFill>
              </a:rPr>
              <a:t>: Paulo Neves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10"/>
          <p:cNvSpPr txBox="1"/>
          <p:nvPr/>
        </p:nvSpPr>
        <p:spPr>
          <a:xfrm>
            <a:off x="1981201" y="2474100"/>
            <a:ext cx="82255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i</a:t>
            </a:r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d: identificador único;</a:t>
            </a:r>
          </a:p>
          <a:p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    não pode ser repetido.</a:t>
            </a:r>
          </a:p>
          <a:p>
            <a:endParaRPr lang="pt-PT" sz="2800" dirty="0" smtClean="0">
              <a:solidFill>
                <a:schemeClr val="bg1"/>
              </a:solidFill>
              <a:latin typeface="Avenir Book"/>
              <a:cs typeface="Avenir Book"/>
            </a:endParaRPr>
          </a:p>
          <a:p>
            <a:r>
              <a:rPr lang="pt-PT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class</a:t>
            </a:r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: um ou vários identificadores;</a:t>
            </a:r>
            <a:b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</a:br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         podem ser repetidos.</a:t>
            </a:r>
            <a:endParaRPr lang="pt-PT" sz="2800" dirty="0" smtClean="0">
              <a:solidFill>
                <a:srgbClr val="002060"/>
              </a:solidFill>
              <a:latin typeface="Avenir Book"/>
              <a:cs typeface="Avenir Book"/>
            </a:endParaRPr>
          </a:p>
        </p:txBody>
      </p:sp>
    </p:spTree>
    <p:extLst>
      <p:ext uri="{BB962C8B-B14F-4D97-AF65-F5344CB8AC3E}">
        <p14:creationId xmlns:p14="http://schemas.microsoft.com/office/powerpoint/2010/main" val="319969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/>
                </a:solidFill>
                <a:latin typeface="Avenir Book"/>
                <a:cs typeface="Avenir Book"/>
              </a:rPr>
              <a:t>Seletores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81201" y="1671757"/>
            <a:ext cx="82255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&lt;</a:t>
            </a:r>
            <a:r>
              <a:rPr lang="pt-PT" sz="2800" dirty="0" err="1" smtClean="0">
                <a:solidFill>
                  <a:srgbClr val="002060"/>
                </a:solidFill>
                <a:latin typeface="Avenir Book"/>
                <a:cs typeface="Avenir Book"/>
              </a:rPr>
              <a:t>div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 </a:t>
            </a:r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id=“ola” </a:t>
            </a:r>
            <a:r>
              <a:rPr lang="pt-PT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class</a:t>
            </a:r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=“tudo bem”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&gt;</a:t>
            </a:r>
          </a:p>
          <a:p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	&lt;</a:t>
            </a:r>
            <a:r>
              <a:rPr lang="pt-PT" sz="2800" dirty="0" err="1" smtClean="0">
                <a:solidFill>
                  <a:srgbClr val="002060"/>
                </a:solidFill>
                <a:latin typeface="Avenir Book"/>
                <a:cs typeface="Avenir Book"/>
              </a:rPr>
              <a:t>div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 id=“</a:t>
            </a:r>
            <a:r>
              <a:rPr lang="pt-PT" sz="2800" dirty="0" err="1" smtClean="0">
                <a:solidFill>
                  <a:srgbClr val="002060"/>
                </a:solidFill>
                <a:latin typeface="Avenir Book"/>
                <a:cs typeface="Avenir Book"/>
              </a:rPr>
              <a:t>inner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”&gt; &lt;/</a:t>
            </a:r>
            <a:r>
              <a:rPr lang="pt-PT" sz="2800" dirty="0" err="1" smtClean="0">
                <a:solidFill>
                  <a:srgbClr val="002060"/>
                </a:solidFill>
                <a:latin typeface="Avenir Book"/>
                <a:cs typeface="Avenir Book"/>
              </a:rPr>
              <a:t>div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&gt;</a:t>
            </a:r>
            <a:endParaRPr lang="pt-PT" sz="2800" dirty="0">
              <a:solidFill>
                <a:srgbClr val="002060"/>
              </a:solidFill>
              <a:latin typeface="Avenir Book"/>
              <a:cs typeface="Avenir Book"/>
            </a:endParaRPr>
          </a:p>
          <a:p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&lt;/</a:t>
            </a:r>
            <a:r>
              <a:rPr lang="pt-PT" sz="2800" dirty="0" err="1" smtClean="0">
                <a:solidFill>
                  <a:srgbClr val="002060"/>
                </a:solidFill>
                <a:latin typeface="Avenir Book"/>
                <a:cs typeface="Avenir Book"/>
              </a:rPr>
              <a:t>div</a:t>
            </a:r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&gt;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1291" y="6520721"/>
            <a:ext cx="252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Orador</a:t>
            </a:r>
            <a:r>
              <a:rPr lang="pt-PT" dirty="0" smtClean="0">
                <a:solidFill>
                  <a:schemeClr val="bg1"/>
                </a:solidFill>
              </a:rPr>
              <a:t>: Paulo Neves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10"/>
          <p:cNvSpPr txBox="1"/>
          <p:nvPr/>
        </p:nvSpPr>
        <p:spPr>
          <a:xfrm>
            <a:off x="1981201" y="3290845"/>
            <a:ext cx="82255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div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 </a:t>
            </a:r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{ }</a:t>
            </a:r>
          </a:p>
          <a:p>
            <a:r>
              <a:rPr lang="pt-PT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div#ola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 </a:t>
            </a:r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{ }</a:t>
            </a:r>
          </a:p>
          <a:p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#ola {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 </a:t>
            </a:r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}</a:t>
            </a:r>
            <a:b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</a:br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.tudo { }</a:t>
            </a:r>
          </a:p>
          <a:p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.</a:t>
            </a:r>
            <a:r>
              <a:rPr lang="pt-PT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tudo.bem</a:t>
            </a:r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{ }</a:t>
            </a:r>
          </a:p>
          <a:p>
            <a:r>
              <a:rPr lang="pt-PT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div#ola</a:t>
            </a:r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#</a:t>
            </a:r>
            <a:r>
              <a:rPr lang="pt-PT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inner</a:t>
            </a:r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{ }</a:t>
            </a:r>
          </a:p>
        </p:txBody>
      </p:sp>
    </p:spTree>
    <p:extLst>
      <p:ext uri="{BB962C8B-B14F-4D97-AF65-F5344CB8AC3E}">
        <p14:creationId xmlns:p14="http://schemas.microsoft.com/office/powerpoint/2010/main" val="65187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/>
                </a:solidFill>
                <a:latin typeface="Avenir Book"/>
                <a:cs typeface="Avenir Book"/>
              </a:rPr>
              <a:t>Seletores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81201" y="1671757"/>
            <a:ext cx="82255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 err="1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Hover</a:t>
            </a:r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:</a:t>
            </a:r>
          </a:p>
          <a:p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.</a:t>
            </a:r>
            <a:r>
              <a:rPr lang="pt-PT" sz="2800" dirty="0" err="1">
                <a:solidFill>
                  <a:schemeClr val="bg1"/>
                </a:solidFill>
                <a:latin typeface="Avenir Book"/>
                <a:cs typeface="Avenir Book"/>
              </a:rPr>
              <a:t>titulo</a:t>
            </a:r>
            <a:r>
              <a:rPr lang="pt-PT" sz="2800" dirty="0" err="1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:hover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 { }</a:t>
            </a:r>
          </a:p>
          <a:p>
            <a:endParaRPr lang="pt-PT" sz="2800" dirty="0">
              <a:solidFill>
                <a:schemeClr val="bg1"/>
              </a:solidFill>
              <a:latin typeface="Avenir Book"/>
              <a:cs typeface="Avenir Book"/>
            </a:endParaRPr>
          </a:p>
          <a:p>
            <a:r>
              <a:rPr lang="pt-PT" sz="2800" dirty="0" err="1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Checked</a:t>
            </a:r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:</a:t>
            </a:r>
          </a:p>
          <a:p>
            <a:r>
              <a:rPr lang="pt-PT" sz="2800" dirty="0" err="1">
                <a:solidFill>
                  <a:schemeClr val="bg1"/>
                </a:solidFill>
                <a:latin typeface="Avenir Book"/>
                <a:cs typeface="Avenir Book"/>
              </a:rPr>
              <a:t>input</a:t>
            </a:r>
            <a:r>
              <a:rPr lang="pt-PT" sz="2800" dirty="0" err="1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:checked</a:t>
            </a:r>
            <a:r>
              <a:rPr lang="pt-PT" sz="2800" dirty="0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 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{ }</a:t>
            </a:r>
            <a:endParaRPr lang="pt-PT" sz="2800" dirty="0">
              <a:solidFill>
                <a:schemeClr val="bg1">
                  <a:lumMod val="50000"/>
                </a:schemeClr>
              </a:solidFill>
              <a:latin typeface="Avenir Book"/>
              <a:cs typeface="Avenir Book"/>
            </a:endParaRPr>
          </a:p>
          <a:p>
            <a:endParaRPr lang="pt-PT" sz="2800" dirty="0">
              <a:solidFill>
                <a:schemeClr val="bg1">
                  <a:lumMod val="50000"/>
                </a:schemeClr>
              </a:solidFill>
              <a:latin typeface="Avenir Book"/>
              <a:cs typeface="Avenir Book"/>
            </a:endParaRPr>
          </a:p>
          <a:p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Argumento:</a:t>
            </a:r>
          </a:p>
          <a:p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input</a:t>
            </a:r>
            <a:r>
              <a:rPr lang="pt-PT" sz="2800" dirty="0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[</a:t>
            </a:r>
            <a:r>
              <a:rPr lang="pt-PT" sz="2800" dirty="0" err="1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value</a:t>
            </a:r>
            <a:r>
              <a:rPr lang="pt-PT" sz="2800" dirty="0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=“confirmar”] 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{ }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1291" y="6520721"/>
            <a:ext cx="252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Orador</a:t>
            </a:r>
            <a:r>
              <a:rPr lang="pt-PT" dirty="0" smtClean="0">
                <a:solidFill>
                  <a:schemeClr val="bg1"/>
                </a:solidFill>
              </a:rPr>
              <a:t>: Paulo Neves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215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/>
                </a:solidFill>
                <a:latin typeface="Avenir Book"/>
                <a:cs typeface="Avenir Book"/>
              </a:rPr>
              <a:t>Seletores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81201" y="1671757"/>
            <a:ext cx="82255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 err="1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First-Child</a:t>
            </a:r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:</a:t>
            </a:r>
          </a:p>
          <a:p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.</a:t>
            </a:r>
            <a:r>
              <a:rPr lang="pt-PT" sz="2800" dirty="0" err="1">
                <a:solidFill>
                  <a:schemeClr val="bg1"/>
                </a:solidFill>
                <a:latin typeface="Avenir Book"/>
                <a:cs typeface="Avenir Book"/>
              </a:rPr>
              <a:t>titulo</a:t>
            </a:r>
            <a:r>
              <a:rPr lang="pt-PT" sz="2800" dirty="0" err="1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:first-child</a:t>
            </a:r>
            <a:r>
              <a:rPr lang="pt-PT" sz="2800" dirty="0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 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{ }</a:t>
            </a:r>
          </a:p>
          <a:p>
            <a:endParaRPr lang="pt-PT" sz="2800" dirty="0">
              <a:solidFill>
                <a:schemeClr val="bg1"/>
              </a:solidFill>
              <a:latin typeface="Avenir Book"/>
              <a:cs typeface="Avenir Book"/>
            </a:endParaRPr>
          </a:p>
          <a:p>
            <a:r>
              <a:rPr lang="pt-PT" sz="2800" dirty="0" err="1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Last</a:t>
            </a:r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 </a:t>
            </a:r>
            <a:r>
              <a:rPr lang="pt-PT" sz="2800" dirty="0" err="1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Child</a:t>
            </a:r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:</a:t>
            </a:r>
          </a:p>
          <a:p>
            <a:r>
              <a:rPr lang="pt-PT" sz="2800" dirty="0" err="1">
                <a:solidFill>
                  <a:schemeClr val="bg1"/>
                </a:solidFill>
                <a:latin typeface="Avenir Book"/>
                <a:cs typeface="Avenir Book"/>
              </a:rPr>
              <a:t>input</a:t>
            </a:r>
            <a:r>
              <a:rPr lang="pt-PT" sz="2800" dirty="0" err="1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:last-child</a:t>
            </a:r>
            <a:r>
              <a:rPr lang="pt-PT" sz="2800" dirty="0">
                <a:solidFill>
                  <a:srgbClr val="00B050"/>
                </a:solidFill>
                <a:latin typeface="Avenir Book"/>
                <a:cs typeface="Avenir Book"/>
              </a:rPr>
              <a:t> 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{ }</a:t>
            </a:r>
            <a:endParaRPr lang="pt-PT" sz="2800" dirty="0">
              <a:solidFill>
                <a:schemeClr val="bg1">
                  <a:lumMod val="50000"/>
                </a:schemeClr>
              </a:solidFill>
              <a:latin typeface="Avenir Book"/>
              <a:cs typeface="Avenir Book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1291" y="6520721"/>
            <a:ext cx="252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Orador</a:t>
            </a:r>
            <a:r>
              <a:rPr lang="pt-PT" dirty="0" smtClean="0">
                <a:solidFill>
                  <a:schemeClr val="bg1"/>
                </a:solidFill>
              </a:rPr>
              <a:t>: Paulo Neves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36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/>
                </a:solidFill>
                <a:latin typeface="Avenir Book"/>
                <a:cs typeface="Avenir Book"/>
              </a:rPr>
              <a:t>Seletores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81201" y="1671757"/>
            <a:ext cx="82255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Todos hierarquicamente dentro:</a:t>
            </a:r>
          </a:p>
          <a:p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.titulo</a:t>
            </a:r>
            <a:r>
              <a:rPr lang="pt-PT" sz="2800" dirty="0">
                <a:solidFill>
                  <a:srgbClr val="00B050"/>
                </a:solidFill>
                <a:latin typeface="Avenir Book"/>
                <a:cs typeface="Avenir Book"/>
              </a:rPr>
              <a:t> </a:t>
            </a:r>
            <a:r>
              <a:rPr lang="pt-PT" sz="2800" dirty="0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&gt; </a:t>
            </a:r>
            <a:r>
              <a:rPr lang="pt-PT" sz="2800" dirty="0" err="1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span</a:t>
            </a:r>
            <a:r>
              <a:rPr lang="pt-PT" sz="2800" dirty="0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 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{ }</a:t>
            </a:r>
          </a:p>
          <a:p>
            <a:endParaRPr lang="pt-PT" sz="2800" dirty="0">
              <a:solidFill>
                <a:schemeClr val="bg1"/>
              </a:solidFill>
              <a:latin typeface="Avenir Book"/>
              <a:cs typeface="Avenir Book"/>
            </a:endParaRPr>
          </a:p>
          <a:p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Todos imediatamente a seguir:</a:t>
            </a:r>
          </a:p>
          <a:p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.titulo</a:t>
            </a:r>
            <a:r>
              <a:rPr lang="pt-PT" sz="2800" dirty="0">
                <a:solidFill>
                  <a:srgbClr val="00B050"/>
                </a:solidFill>
                <a:latin typeface="Avenir Book"/>
                <a:cs typeface="Avenir Book"/>
              </a:rPr>
              <a:t> </a:t>
            </a:r>
            <a:r>
              <a:rPr lang="pt-PT" sz="2800" dirty="0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~ p 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{ }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1291" y="6520721"/>
            <a:ext cx="252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Orador</a:t>
            </a:r>
            <a:r>
              <a:rPr lang="pt-PT" dirty="0" smtClean="0">
                <a:solidFill>
                  <a:schemeClr val="bg1"/>
                </a:solidFill>
              </a:rPr>
              <a:t>: Paulo Neves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981201" y="5678557"/>
            <a:ext cx="8436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http://www.w3schools.com/cssref/css_selectors.asp</a:t>
            </a:r>
          </a:p>
        </p:txBody>
      </p:sp>
    </p:spTree>
    <p:extLst>
      <p:ext uri="{BB962C8B-B14F-4D97-AF65-F5344CB8AC3E}">
        <p14:creationId xmlns:p14="http://schemas.microsoft.com/office/powerpoint/2010/main" val="3211864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/>
                </a:solidFill>
                <a:latin typeface="Avenir Book"/>
                <a:cs typeface="Avenir Book"/>
              </a:rPr>
              <a:t>CSS - Display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1291" y="6520721"/>
            <a:ext cx="252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Orador</a:t>
            </a:r>
            <a:r>
              <a:rPr lang="pt-PT" dirty="0" smtClean="0">
                <a:solidFill>
                  <a:schemeClr val="bg1"/>
                </a:solidFill>
              </a:rPr>
              <a:t>: Paulo Neves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Content Placeholder 3" descr="block-inline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27" b="-2027"/>
          <a:stretch/>
        </p:blipFill>
        <p:spPr>
          <a:xfrm>
            <a:off x="2686466" y="1576711"/>
            <a:ext cx="6697376" cy="352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7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/>
                </a:solidFill>
                <a:latin typeface="Avenir Book"/>
                <a:cs typeface="Avenir Book"/>
              </a:rPr>
              <a:t>CSS - </a:t>
            </a:r>
            <a:r>
              <a:rPr lang="pt-PT" dirty="0" err="1" smtClean="0">
                <a:solidFill>
                  <a:schemeClr val="bg1"/>
                </a:solidFill>
                <a:latin typeface="Avenir Book"/>
                <a:cs typeface="Avenir Book"/>
              </a:rPr>
              <a:t>Position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81201" y="1671757"/>
            <a:ext cx="82255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static: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sem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posicionamento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especificado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;</a:t>
            </a:r>
          </a:p>
          <a:p>
            <a:endParaRPr lang="en-US" sz="2800" dirty="0" smtClean="0">
              <a:solidFill>
                <a:schemeClr val="bg1"/>
              </a:solidFill>
              <a:latin typeface="Avenir Book"/>
              <a:cs typeface="Avenir Book"/>
            </a:endParaRPr>
          </a:p>
          <a:p>
            <a:r>
              <a:rPr lang="en-US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relative: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posicionamento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relativo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à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sua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posição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original no DOM, continua com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espaço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reservado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;</a:t>
            </a:r>
          </a:p>
          <a:p>
            <a:endParaRPr lang="en-US" sz="2800" dirty="0" smtClean="0">
              <a:solidFill>
                <a:schemeClr val="bg1"/>
              </a:solidFill>
              <a:latin typeface="Avenir Book"/>
              <a:cs typeface="Avenir Book"/>
            </a:endParaRPr>
          </a:p>
          <a:p>
            <a:r>
              <a:rPr lang="en-US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absolute: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posicionamento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em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relação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à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sua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posição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original no DOM,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perde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o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seu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espaço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;</a:t>
            </a:r>
          </a:p>
          <a:p>
            <a:endParaRPr lang="en-US" sz="2800" dirty="0" smtClean="0">
              <a:solidFill>
                <a:schemeClr val="bg1"/>
              </a:solidFill>
              <a:latin typeface="Avenir Book"/>
              <a:cs typeface="Avenir Book"/>
            </a:endParaRPr>
          </a:p>
          <a:p>
            <a:r>
              <a:rPr lang="en-US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fixed: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posicionamento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em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relação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ao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à </a:t>
            </a:r>
            <a:r>
              <a:rPr lang="en-US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janela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;</a:t>
            </a:r>
            <a:endParaRPr lang="pt-PT" sz="2800" dirty="0">
              <a:solidFill>
                <a:schemeClr val="bg1"/>
              </a:solidFill>
              <a:latin typeface="Avenir Book"/>
              <a:cs typeface="Avenir Book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1291" y="6520721"/>
            <a:ext cx="252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Orador</a:t>
            </a:r>
            <a:r>
              <a:rPr lang="pt-PT" dirty="0" smtClean="0">
                <a:solidFill>
                  <a:schemeClr val="bg1"/>
                </a:solidFill>
              </a:rPr>
              <a:t>: Paulo Neves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089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/>
                </a:solidFill>
                <a:latin typeface="Avenir Book"/>
                <a:cs typeface="Avenir Book"/>
              </a:rPr>
              <a:t>Transições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81201" y="1671757"/>
            <a:ext cx="82255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 transition: </a:t>
            </a:r>
            <a:r>
              <a:rPr lang="en-US" sz="2800" dirty="0">
                <a:solidFill>
                  <a:schemeClr val="bg1"/>
                </a:solidFill>
                <a:latin typeface="Avenir Book"/>
                <a:cs typeface="Avenir Book"/>
              </a:rPr>
              <a:t>all 0.5s ease-in-out;</a:t>
            </a:r>
          </a:p>
          <a:p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 -</a:t>
            </a:r>
            <a:r>
              <a:rPr lang="en-US" sz="2800" dirty="0" err="1">
                <a:solidFill>
                  <a:srgbClr val="002060"/>
                </a:solidFill>
                <a:latin typeface="Avenir Book"/>
                <a:cs typeface="Avenir Book"/>
              </a:rPr>
              <a:t>webkit</a:t>
            </a:r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-transition: </a:t>
            </a:r>
            <a:r>
              <a:rPr lang="en-US" sz="2800" dirty="0">
                <a:solidFill>
                  <a:schemeClr val="bg1"/>
                </a:solidFill>
                <a:latin typeface="Avenir Book"/>
                <a:cs typeface="Avenir Book"/>
              </a:rPr>
              <a:t>all 0.5s ease-in-out;</a:t>
            </a:r>
          </a:p>
          <a:p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 -</a:t>
            </a:r>
            <a:r>
              <a:rPr lang="en-US" sz="2800" dirty="0" err="1">
                <a:solidFill>
                  <a:srgbClr val="002060"/>
                </a:solidFill>
                <a:latin typeface="Avenir Book"/>
                <a:cs typeface="Avenir Book"/>
              </a:rPr>
              <a:t>moz</a:t>
            </a:r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-transition: </a:t>
            </a:r>
            <a:r>
              <a:rPr lang="en-US" sz="2800" dirty="0">
                <a:solidFill>
                  <a:schemeClr val="bg1"/>
                </a:solidFill>
                <a:latin typeface="Avenir Book"/>
                <a:cs typeface="Avenir Book"/>
              </a:rPr>
              <a:t>all 0.5s ease-in-out;</a:t>
            </a:r>
          </a:p>
          <a:p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-</a:t>
            </a:r>
            <a:r>
              <a:rPr lang="en-US" sz="2800" dirty="0" err="1">
                <a:solidFill>
                  <a:srgbClr val="002060"/>
                </a:solidFill>
                <a:latin typeface="Avenir Book"/>
                <a:cs typeface="Avenir Book"/>
              </a:rPr>
              <a:t>ms</a:t>
            </a:r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-transition: </a:t>
            </a:r>
            <a:r>
              <a:rPr lang="en-US" sz="2800" dirty="0">
                <a:solidFill>
                  <a:schemeClr val="bg1"/>
                </a:solidFill>
                <a:latin typeface="Avenir Book"/>
                <a:cs typeface="Avenir Book"/>
              </a:rPr>
              <a:t>all 0.5s ease-in-out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;</a:t>
            </a:r>
          </a:p>
          <a:p>
            <a:endParaRPr lang="pt-PT" sz="2800" dirty="0">
              <a:solidFill>
                <a:schemeClr val="bg1"/>
              </a:solidFill>
              <a:latin typeface="Avenir Book"/>
              <a:cs typeface="Avenir Book"/>
            </a:endParaRPr>
          </a:p>
          <a:p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 transition: </a:t>
            </a:r>
            <a:r>
              <a:rPr lang="en-US" sz="2800" dirty="0">
                <a:solidFill>
                  <a:schemeClr val="bg1"/>
                </a:solidFill>
                <a:latin typeface="Avenir Book"/>
                <a:cs typeface="Avenir Book"/>
              </a:rPr>
              <a:t>background 1s ease-in-out;</a:t>
            </a:r>
          </a:p>
          <a:p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 -</a:t>
            </a:r>
            <a:r>
              <a:rPr lang="en-US" sz="2800" dirty="0" err="1">
                <a:solidFill>
                  <a:srgbClr val="002060"/>
                </a:solidFill>
                <a:latin typeface="Avenir Book"/>
                <a:cs typeface="Avenir Book"/>
              </a:rPr>
              <a:t>webkit</a:t>
            </a:r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-transition: </a:t>
            </a:r>
            <a:r>
              <a:rPr lang="en-US" sz="2800" dirty="0">
                <a:solidFill>
                  <a:schemeClr val="bg1"/>
                </a:solidFill>
                <a:latin typeface="Avenir Book"/>
                <a:cs typeface="Avenir Book"/>
              </a:rPr>
              <a:t>background 1s ease-in-out;</a:t>
            </a:r>
          </a:p>
          <a:p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 -</a:t>
            </a:r>
            <a:r>
              <a:rPr lang="en-US" sz="2800" dirty="0" err="1">
                <a:solidFill>
                  <a:srgbClr val="002060"/>
                </a:solidFill>
                <a:latin typeface="Avenir Book"/>
                <a:cs typeface="Avenir Book"/>
              </a:rPr>
              <a:t>moz</a:t>
            </a:r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-transition: </a:t>
            </a:r>
            <a:r>
              <a:rPr lang="en-US" sz="2800" dirty="0">
                <a:solidFill>
                  <a:schemeClr val="bg1"/>
                </a:solidFill>
                <a:latin typeface="Avenir Book"/>
                <a:cs typeface="Avenir Book"/>
              </a:rPr>
              <a:t>background 1s ease-in-out;</a:t>
            </a:r>
          </a:p>
          <a:p>
            <a:r>
              <a:rPr lang="en-US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 -</a:t>
            </a:r>
            <a:r>
              <a:rPr lang="en-US" sz="2800" dirty="0" err="1">
                <a:solidFill>
                  <a:srgbClr val="002060"/>
                </a:solidFill>
                <a:latin typeface="Avenir Book"/>
                <a:cs typeface="Avenir Book"/>
              </a:rPr>
              <a:t>ms</a:t>
            </a:r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-transition: </a:t>
            </a:r>
            <a:r>
              <a:rPr lang="en-US" sz="2800" dirty="0">
                <a:solidFill>
                  <a:schemeClr val="bg1"/>
                </a:solidFill>
                <a:latin typeface="Avenir Book"/>
                <a:cs typeface="Avenir Book"/>
              </a:rPr>
              <a:t>background 1s ease-in-out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;</a:t>
            </a:r>
            <a:endParaRPr lang="pt-PT" sz="2800" dirty="0">
              <a:solidFill>
                <a:schemeClr val="bg1"/>
              </a:solidFill>
              <a:latin typeface="Avenir Book"/>
              <a:cs typeface="Avenir Book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1291" y="6520721"/>
            <a:ext cx="252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Orador</a:t>
            </a:r>
            <a:r>
              <a:rPr lang="pt-PT" dirty="0" smtClean="0">
                <a:solidFill>
                  <a:schemeClr val="bg1"/>
                </a:solidFill>
              </a:rPr>
              <a:t>: Paulo Neves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17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/>
                </a:solidFill>
                <a:latin typeface="Avenir Book"/>
                <a:cs typeface="Avenir Book"/>
              </a:rPr>
              <a:t>Transformações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81201" y="1671757"/>
            <a:ext cx="82255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    transform: </a:t>
            </a:r>
            <a:r>
              <a:rPr lang="en-US" sz="2800" dirty="0">
                <a:solidFill>
                  <a:schemeClr val="bg1"/>
                </a:solidFill>
                <a:latin typeface="Avenir Book"/>
                <a:cs typeface="Avenir Book"/>
              </a:rPr>
              <a:t>rotate(60deg);</a:t>
            </a:r>
          </a:p>
          <a:p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    -</a:t>
            </a:r>
            <a:r>
              <a:rPr lang="en-US" sz="2800" dirty="0" err="1">
                <a:solidFill>
                  <a:srgbClr val="002060"/>
                </a:solidFill>
                <a:latin typeface="Avenir Book"/>
                <a:cs typeface="Avenir Book"/>
              </a:rPr>
              <a:t>webkit</a:t>
            </a:r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-transform: </a:t>
            </a:r>
            <a:r>
              <a:rPr lang="en-US" sz="2800" dirty="0">
                <a:solidFill>
                  <a:schemeClr val="bg1"/>
                </a:solidFill>
                <a:latin typeface="Avenir Book"/>
                <a:cs typeface="Avenir Book"/>
              </a:rPr>
              <a:t>rotate(60deg);</a:t>
            </a:r>
          </a:p>
          <a:p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    -</a:t>
            </a:r>
            <a:r>
              <a:rPr lang="en-US" sz="2800" dirty="0" err="1">
                <a:solidFill>
                  <a:srgbClr val="002060"/>
                </a:solidFill>
                <a:latin typeface="Avenir Book"/>
                <a:cs typeface="Avenir Book"/>
              </a:rPr>
              <a:t>moz</a:t>
            </a:r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-transform: </a:t>
            </a:r>
            <a:r>
              <a:rPr lang="en-US" sz="2800" dirty="0">
                <a:solidFill>
                  <a:schemeClr val="bg1"/>
                </a:solidFill>
                <a:latin typeface="Avenir Book"/>
                <a:cs typeface="Avenir Book"/>
              </a:rPr>
              <a:t>rotate(60deg);</a:t>
            </a:r>
          </a:p>
          <a:p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    -</a:t>
            </a:r>
            <a:r>
              <a:rPr lang="en-US" sz="2800" dirty="0" err="1">
                <a:solidFill>
                  <a:srgbClr val="002060"/>
                </a:solidFill>
                <a:latin typeface="Avenir Book"/>
                <a:cs typeface="Avenir Book"/>
              </a:rPr>
              <a:t>ms</a:t>
            </a:r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-transform: </a:t>
            </a:r>
            <a:r>
              <a:rPr lang="en-US" sz="2800" dirty="0">
                <a:solidFill>
                  <a:schemeClr val="bg1"/>
                </a:solidFill>
                <a:latin typeface="Avenir Book"/>
                <a:cs typeface="Avenir Book"/>
              </a:rPr>
              <a:t>rotate(60deg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);</a:t>
            </a:r>
          </a:p>
          <a:p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 </a:t>
            </a:r>
            <a:r>
              <a:rPr lang="en-US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   </a:t>
            </a:r>
            <a:r>
              <a:rPr lang="en-US" sz="2800" dirty="0">
                <a:solidFill>
                  <a:srgbClr val="002060"/>
                </a:solidFill>
                <a:latin typeface="Avenir Book"/>
                <a:cs typeface="Avenir Book"/>
              </a:rPr>
              <a:t>transform: </a:t>
            </a:r>
            <a:r>
              <a:rPr lang="en-US" sz="2800" dirty="0">
                <a:solidFill>
                  <a:schemeClr val="bg1"/>
                </a:solidFill>
                <a:latin typeface="Avenir Book"/>
                <a:cs typeface="Avenir Book"/>
              </a:rPr>
              <a:t>rotate(60deg);</a:t>
            </a:r>
            <a:endParaRPr lang="pt-PT" sz="2800" dirty="0">
              <a:solidFill>
                <a:schemeClr val="bg1"/>
              </a:solidFill>
              <a:latin typeface="Avenir Book"/>
              <a:cs typeface="Avenir Book"/>
            </a:endParaRPr>
          </a:p>
          <a:p>
            <a:endParaRPr lang="pt-PT" sz="2800" dirty="0">
              <a:solidFill>
                <a:schemeClr val="bg1"/>
              </a:solidFill>
              <a:latin typeface="Avenir Book"/>
              <a:cs typeface="Avenir Book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1291" y="6520721"/>
            <a:ext cx="252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Orador</a:t>
            </a:r>
            <a:r>
              <a:rPr lang="pt-PT" dirty="0" smtClean="0">
                <a:solidFill>
                  <a:schemeClr val="bg1"/>
                </a:solidFill>
              </a:rPr>
              <a:t>: Paulo Neves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09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/>
                </a:solidFill>
                <a:latin typeface="Avenir Book"/>
                <a:cs typeface="Avenir Book"/>
              </a:rPr>
              <a:t>Animações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1291" y="6520721"/>
            <a:ext cx="252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Orador</a:t>
            </a:r>
            <a:r>
              <a:rPr lang="pt-PT" dirty="0" smtClean="0">
                <a:solidFill>
                  <a:schemeClr val="bg1"/>
                </a:solidFill>
              </a:rPr>
              <a:t>: Paulo Neves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16309" y="1690688"/>
            <a:ext cx="6582251" cy="458587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Avenir Book"/>
                <a:cs typeface="Courier New" panose="02070309020205020404" pitchFamily="49" charset="0"/>
              </a:rPr>
              <a:t>@-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Avenir Book"/>
                <a:cs typeface="Courier New" panose="02070309020205020404" pitchFamily="49" charset="0"/>
              </a:rPr>
              <a:t>webkit-keyframes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Avenir Book"/>
                <a:cs typeface="Courier New" panose="02070309020205020404" pitchFamily="49" charset="0"/>
              </a:rPr>
              <a:t> blink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venir Book"/>
                <a:cs typeface="Courier New" panose="02070309020205020404" pitchFamily="49" charset="0"/>
              </a:rPr>
              <a:t>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venir Book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venir Book"/>
                <a:cs typeface="Courier New" panose="02070309020205020404" pitchFamily="49" charset="0"/>
              </a:rPr>
              <a:t>   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Avenir Book"/>
                <a:cs typeface="Courier New" panose="02070309020205020404" pitchFamily="49" charset="0"/>
              </a:rPr>
              <a:t>0%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venir Book"/>
                <a:cs typeface="Courier New" panose="02070309020205020404" pitchFamily="49" charset="0"/>
              </a:rPr>
              <a:t>{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venir Book"/>
                <a:cs typeface="Courier New" panose="02070309020205020404" pitchFamily="49" charset="0"/>
              </a:rPr>
              <a:t>opacity: 0;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venir Book"/>
                <a:cs typeface="Courier New" panose="02070309020205020404" pitchFamily="49" charset="0"/>
              </a:rPr>
              <a:t>}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venir Book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venir Book"/>
                <a:cs typeface="Courier New" panose="02070309020205020404" pitchFamily="49" charset="0"/>
              </a:rPr>
              <a:t>   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Avenir Book"/>
                <a:cs typeface="Courier New" panose="02070309020205020404" pitchFamily="49" charset="0"/>
              </a:rPr>
              <a:t>100%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venir Book"/>
                <a:cs typeface="Courier New" panose="02070309020205020404" pitchFamily="49" charset="0"/>
              </a:rPr>
              <a:t>{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venir Book"/>
                <a:cs typeface="Courier New" panose="02070309020205020404" pitchFamily="49" charset="0"/>
              </a:rPr>
              <a:t>opacity:</a:t>
            </a:r>
            <a:r>
              <a:rPr kumimoji="0" lang="en-US" altLang="en-US" sz="2000" b="1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Avenir Book"/>
                <a:cs typeface="Courier New" panose="02070309020205020404" pitchFamily="49" charset="0"/>
              </a:rPr>
              <a:t> 1;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venir Book"/>
                <a:cs typeface="Courier New" panose="02070309020205020404" pitchFamily="49" charset="0"/>
              </a:rPr>
              <a:t>}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venir Book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venir Book"/>
                <a:cs typeface="Courier New" panose="02070309020205020404" pitchFamily="49" charset="0"/>
              </a:rPr>
              <a:t>}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venir Book"/>
                <a:cs typeface="Courier New" panose="02070309020205020404" pitchFamily="49" charset="0"/>
              </a:rPr>
            </a:b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Avenir Book"/>
                <a:cs typeface="Courier New" panose="02070309020205020404" pitchFamily="49" charset="0"/>
              </a:rPr>
              <a:t>@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Avenir Book"/>
                <a:cs typeface="Courier New" panose="02070309020205020404" pitchFamily="49" charset="0"/>
              </a:rPr>
              <a:t>keyframes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Avenir Book"/>
                <a:cs typeface="Courier New" panose="02070309020205020404" pitchFamily="49" charset="0"/>
              </a:rPr>
              <a:t> blink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venir Book"/>
                <a:cs typeface="Courier New" panose="02070309020205020404" pitchFamily="49" charset="0"/>
              </a:rPr>
              <a:t>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venir Book"/>
                <a:cs typeface="Courier New" panose="02070309020205020404" pitchFamily="49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Avenir Book"/>
                <a:cs typeface="Courier New" panose="02070309020205020404" pitchFamily="49" charset="0"/>
              </a:rPr>
              <a:t> </a:t>
            </a:r>
            <a:r>
              <a:rPr lang="en-US" altLang="en-US" sz="2000" dirty="0" smtClean="0">
                <a:solidFill>
                  <a:srgbClr val="000000"/>
                </a:solidFill>
                <a:latin typeface="Avenir Book"/>
                <a:cs typeface="Courier New" panose="02070309020205020404" pitchFamily="49" charset="0"/>
              </a:rPr>
              <a:t>   </a:t>
            </a:r>
            <a:r>
              <a:rPr lang="en-US" altLang="en-US" sz="2000" b="1" dirty="0" smtClean="0">
                <a:solidFill>
                  <a:srgbClr val="000080"/>
                </a:solidFill>
                <a:latin typeface="Avenir Book"/>
                <a:cs typeface="Courier New" panose="02070309020205020404" pitchFamily="49" charset="0"/>
              </a:rPr>
              <a:t>0</a:t>
            </a:r>
            <a:r>
              <a:rPr lang="en-US" altLang="en-US" sz="2000" b="1" dirty="0">
                <a:solidFill>
                  <a:srgbClr val="000080"/>
                </a:solidFill>
                <a:latin typeface="Avenir Book"/>
                <a:cs typeface="Courier New" panose="02070309020205020404" pitchFamily="49" charset="0"/>
              </a:rPr>
              <a:t>%   </a:t>
            </a:r>
            <a:r>
              <a:rPr lang="en-US" altLang="en-US" sz="2000" dirty="0">
                <a:solidFill>
                  <a:srgbClr val="000000"/>
                </a:solidFill>
                <a:latin typeface="Avenir Book"/>
                <a:cs typeface="Courier New" panose="02070309020205020404" pitchFamily="49" charset="0"/>
              </a:rPr>
              <a:t>{</a:t>
            </a:r>
            <a:r>
              <a:rPr lang="en-US" altLang="en-US" sz="2000" b="1" dirty="0">
                <a:solidFill>
                  <a:schemeClr val="bg1"/>
                </a:solidFill>
                <a:latin typeface="Avenir Book"/>
                <a:cs typeface="Courier New" panose="02070309020205020404" pitchFamily="49" charset="0"/>
              </a:rPr>
              <a:t>opacity: 0;</a:t>
            </a:r>
            <a:r>
              <a:rPr lang="en-US" altLang="en-US" sz="2000" dirty="0">
                <a:solidFill>
                  <a:srgbClr val="000000"/>
                </a:solidFill>
                <a:latin typeface="Avenir Book"/>
                <a:cs typeface="Courier New" panose="02070309020205020404" pitchFamily="49" charset="0"/>
              </a:rPr>
              <a:t>}</a:t>
            </a:r>
            <a:br>
              <a:rPr lang="en-US" altLang="en-US" sz="2000" dirty="0">
                <a:solidFill>
                  <a:srgbClr val="000000"/>
                </a:solidFill>
                <a:latin typeface="Avenir Book"/>
                <a:cs typeface="Courier New" panose="02070309020205020404" pitchFamily="49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Avenir Book"/>
                <a:cs typeface="Courier New" panose="02070309020205020404" pitchFamily="49" charset="0"/>
              </a:rPr>
              <a:t>    </a:t>
            </a:r>
            <a:r>
              <a:rPr lang="en-US" altLang="en-US" sz="2000" b="1" dirty="0">
                <a:solidFill>
                  <a:srgbClr val="000080"/>
                </a:solidFill>
                <a:latin typeface="Avenir Book"/>
                <a:cs typeface="Courier New" panose="02070309020205020404" pitchFamily="49" charset="0"/>
              </a:rPr>
              <a:t>100% </a:t>
            </a:r>
            <a:r>
              <a:rPr lang="en-US" altLang="en-US" sz="2000" dirty="0">
                <a:solidFill>
                  <a:srgbClr val="000000"/>
                </a:solidFill>
                <a:latin typeface="Avenir Book"/>
                <a:cs typeface="Courier New" panose="02070309020205020404" pitchFamily="49" charset="0"/>
              </a:rPr>
              <a:t>{</a:t>
            </a:r>
            <a:r>
              <a:rPr lang="en-US" altLang="en-US" sz="2000" b="1" dirty="0">
                <a:solidFill>
                  <a:schemeClr val="bg1"/>
                </a:solidFill>
                <a:latin typeface="Avenir Book"/>
                <a:cs typeface="Courier New" panose="02070309020205020404" pitchFamily="49" charset="0"/>
              </a:rPr>
              <a:t>opacity: 1;</a:t>
            </a:r>
            <a:r>
              <a:rPr lang="en-US" altLang="en-US" sz="2000" dirty="0">
                <a:solidFill>
                  <a:srgbClr val="000000"/>
                </a:solidFill>
                <a:latin typeface="Avenir Book"/>
                <a:cs typeface="Courier New" panose="02070309020205020404" pitchFamily="49" charset="0"/>
              </a:rPr>
              <a:t>}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venir Book"/>
                <a:cs typeface="Courier New" panose="02070309020205020404" pitchFamily="49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venir Book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venir Book"/>
                <a:cs typeface="Courier New" panose="02070309020205020404" pitchFamily="49" charset="0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PT" altLang="en-US" sz="2000" dirty="0">
              <a:solidFill>
                <a:srgbClr val="000000"/>
              </a:solidFill>
              <a:latin typeface="Avenir Book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Avenir Book"/>
                <a:cs typeface="Courier New" panose="02070309020205020404" pitchFamily="49" charset="0"/>
              </a:rPr>
              <a:t>#</a:t>
            </a:r>
            <a:r>
              <a:rPr lang="en-US" altLang="en-US" sz="2000" b="1" dirty="0" smtClean="0">
                <a:solidFill>
                  <a:srgbClr val="000080"/>
                </a:solidFill>
                <a:latin typeface="Avenir Book"/>
                <a:cs typeface="Courier New" panose="02070309020205020404" pitchFamily="49" charset="0"/>
              </a:rPr>
              <a:t>logo </a:t>
            </a:r>
            <a:r>
              <a:rPr lang="en-US" altLang="en-US" sz="2000" dirty="0" smtClean="0">
                <a:solidFill>
                  <a:srgbClr val="000000"/>
                </a:solidFill>
                <a:latin typeface="Avenir Book"/>
                <a:cs typeface="Courier New" panose="02070309020205020404" pitchFamily="49" charset="0"/>
              </a:rPr>
              <a:t>{</a:t>
            </a:r>
            <a:r>
              <a:rPr lang="en-US" altLang="en-US" sz="2000" dirty="0">
                <a:solidFill>
                  <a:srgbClr val="000000"/>
                </a:solidFill>
                <a:latin typeface="Avenir Book"/>
                <a:cs typeface="Courier New" panose="02070309020205020404" pitchFamily="49" charset="0"/>
              </a:rPr>
              <a:t/>
            </a:r>
            <a:br>
              <a:rPr lang="en-US" altLang="en-US" sz="2000" dirty="0">
                <a:solidFill>
                  <a:srgbClr val="000000"/>
                </a:solidFill>
                <a:latin typeface="Avenir Book"/>
                <a:cs typeface="Courier New" panose="02070309020205020404" pitchFamily="49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Avenir Book"/>
                <a:cs typeface="Courier New" panose="02070309020205020404" pitchFamily="49" charset="0"/>
              </a:rPr>
              <a:t>    </a:t>
            </a:r>
            <a:r>
              <a:rPr lang="en-US" altLang="en-US" sz="2000" b="1" dirty="0">
                <a:solidFill>
                  <a:srgbClr val="0000FF"/>
                </a:solidFill>
                <a:latin typeface="Avenir Book"/>
                <a:cs typeface="Courier New" panose="02070309020205020404" pitchFamily="49" charset="0"/>
              </a:rPr>
              <a:t>-</a:t>
            </a:r>
            <a:r>
              <a:rPr lang="en-US" altLang="en-US" sz="2000" b="1" dirty="0" err="1">
                <a:solidFill>
                  <a:srgbClr val="0000FF"/>
                </a:solidFill>
                <a:latin typeface="Avenir Book"/>
                <a:cs typeface="Courier New" panose="02070309020205020404" pitchFamily="49" charset="0"/>
              </a:rPr>
              <a:t>webkit</a:t>
            </a:r>
            <a:r>
              <a:rPr lang="en-US" altLang="en-US" sz="2000" b="1" dirty="0">
                <a:solidFill>
                  <a:srgbClr val="0000FF"/>
                </a:solidFill>
                <a:latin typeface="Avenir Book"/>
                <a:cs typeface="Courier New" panose="02070309020205020404" pitchFamily="49" charset="0"/>
              </a:rPr>
              <a:t>-animation</a:t>
            </a:r>
            <a:r>
              <a:rPr lang="en-US" altLang="en-US" sz="2000" dirty="0">
                <a:solidFill>
                  <a:srgbClr val="000000"/>
                </a:solidFill>
                <a:latin typeface="Avenir Book"/>
                <a:cs typeface="Courier New" panose="02070309020205020404" pitchFamily="49" charset="0"/>
              </a:rPr>
              <a:t>: </a:t>
            </a:r>
            <a:r>
              <a:rPr lang="en-US" altLang="en-US" sz="2000" b="1" dirty="0">
                <a:solidFill>
                  <a:schemeClr val="bg1"/>
                </a:solidFill>
                <a:latin typeface="Avenir Book"/>
                <a:cs typeface="Courier New" panose="02070309020205020404" pitchFamily="49" charset="0"/>
              </a:rPr>
              <a:t>blink </a:t>
            </a:r>
            <a:r>
              <a:rPr lang="en-US" altLang="en-US" sz="2000" dirty="0" smtClean="0">
                <a:solidFill>
                  <a:schemeClr val="bg1"/>
                </a:solidFill>
                <a:latin typeface="Avenir Book"/>
                <a:cs typeface="Courier New" panose="02070309020205020404" pitchFamily="49" charset="0"/>
              </a:rPr>
              <a:t>1</a:t>
            </a:r>
            <a:r>
              <a:rPr lang="en-US" altLang="en-US" sz="2000" b="1" dirty="0" smtClean="0">
                <a:solidFill>
                  <a:schemeClr val="bg1"/>
                </a:solidFill>
                <a:latin typeface="Avenir Book"/>
                <a:cs typeface="Courier New" panose="02070309020205020404" pitchFamily="49" charset="0"/>
              </a:rPr>
              <a:t>s ease-in-out 1s infinite</a:t>
            </a:r>
            <a:r>
              <a:rPr lang="en-US" altLang="en-US" sz="2000" dirty="0" smtClean="0">
                <a:solidFill>
                  <a:schemeClr val="bg1"/>
                </a:solidFill>
                <a:latin typeface="Avenir Book"/>
                <a:cs typeface="Courier New" panose="02070309020205020404" pitchFamily="49" charset="0"/>
              </a:rPr>
              <a:t>;</a:t>
            </a:r>
            <a:r>
              <a:rPr lang="en-US" altLang="en-US" sz="2000" dirty="0" smtClean="0">
                <a:solidFill>
                  <a:srgbClr val="000000"/>
                </a:solidFill>
                <a:latin typeface="Avenir Book"/>
                <a:cs typeface="Courier New" panose="02070309020205020404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0000FF"/>
                </a:solidFill>
                <a:latin typeface="Avenir Book"/>
                <a:cs typeface="Courier New" panose="02070309020205020404" pitchFamily="49" charset="0"/>
              </a:rPr>
              <a:t> </a:t>
            </a:r>
            <a:r>
              <a:rPr lang="en-US" altLang="en-US" sz="2000" b="1" dirty="0" smtClean="0">
                <a:solidFill>
                  <a:srgbClr val="0000FF"/>
                </a:solidFill>
                <a:latin typeface="Avenir Book"/>
                <a:cs typeface="Courier New" panose="02070309020205020404" pitchFamily="49" charset="0"/>
              </a:rPr>
              <a:t>   animation</a:t>
            </a:r>
            <a:r>
              <a:rPr lang="en-US" altLang="en-US" sz="2000" dirty="0">
                <a:solidFill>
                  <a:srgbClr val="000000"/>
                </a:solidFill>
                <a:latin typeface="Avenir Book"/>
                <a:cs typeface="Courier New" panose="02070309020205020404" pitchFamily="49" charset="0"/>
              </a:rPr>
              <a:t>: </a:t>
            </a:r>
            <a:r>
              <a:rPr lang="en-US" altLang="en-US" sz="2000" b="1" dirty="0">
                <a:solidFill>
                  <a:schemeClr val="bg1"/>
                </a:solidFill>
                <a:latin typeface="Avenir Book"/>
                <a:cs typeface="Courier New" panose="02070309020205020404" pitchFamily="49" charset="0"/>
              </a:rPr>
              <a:t>blink </a:t>
            </a:r>
            <a:r>
              <a:rPr lang="en-US" altLang="en-US" sz="2000" dirty="0">
                <a:solidFill>
                  <a:schemeClr val="bg1"/>
                </a:solidFill>
                <a:latin typeface="Avenir Book"/>
                <a:cs typeface="Courier New" panose="02070309020205020404" pitchFamily="49" charset="0"/>
              </a:rPr>
              <a:t>1</a:t>
            </a:r>
            <a:r>
              <a:rPr lang="en-US" altLang="en-US" sz="2000" b="1" dirty="0">
                <a:solidFill>
                  <a:schemeClr val="bg1"/>
                </a:solidFill>
                <a:latin typeface="Avenir Book"/>
                <a:cs typeface="Courier New" panose="02070309020205020404" pitchFamily="49" charset="0"/>
              </a:rPr>
              <a:t>s ease-in-out 1s infinite</a:t>
            </a:r>
            <a:r>
              <a:rPr lang="en-US" altLang="en-US" sz="2000" dirty="0" smtClean="0">
                <a:solidFill>
                  <a:schemeClr val="bg1"/>
                </a:solidFill>
                <a:latin typeface="Avenir Book"/>
                <a:cs typeface="Courier New" panose="02070309020205020404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solidFill>
                  <a:srgbClr val="000000"/>
                </a:solidFill>
                <a:latin typeface="Avenir Book"/>
                <a:cs typeface="Courier New" panose="02070309020205020404" pitchFamily="49" charset="0"/>
              </a:rPr>
              <a:t>}</a:t>
            </a:r>
            <a:endParaRPr lang="en-US" altLang="en-US" sz="2000" dirty="0">
              <a:latin typeface="Avenir Book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venir Book"/>
            </a:endParaRPr>
          </a:p>
        </p:txBody>
      </p:sp>
    </p:spTree>
    <p:extLst>
      <p:ext uri="{BB962C8B-B14F-4D97-AF65-F5344CB8AC3E}">
        <p14:creationId xmlns:p14="http://schemas.microsoft.com/office/powerpoint/2010/main" val="571848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/>
                </a:solidFill>
                <a:latin typeface="Avenir Book"/>
                <a:cs typeface="Avenir Book"/>
              </a:rPr>
              <a:t>Animações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83236" y="1278656"/>
            <a:ext cx="822552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 smtClean="0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@-</a:t>
            </a:r>
            <a:r>
              <a:rPr lang="pt-PT" sz="2800" dirty="0" err="1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webkit-keyframes</a:t>
            </a:r>
            <a:r>
              <a:rPr lang="pt-PT" sz="2800" dirty="0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 </a:t>
            </a:r>
            <a:r>
              <a:rPr lang="pt-PT" sz="2800" dirty="0" err="1">
                <a:solidFill>
                  <a:schemeClr val="bg1"/>
                </a:solidFill>
                <a:latin typeface="Avenir Book"/>
                <a:cs typeface="Avenir Book"/>
              </a:rPr>
              <a:t>myfirst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 {</a:t>
            </a:r>
          </a:p>
          <a:p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    </a:t>
            </a:r>
            <a:r>
              <a:rPr lang="pt-PT" sz="2800" dirty="0" err="1" smtClean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from</a:t>
            </a:r>
            <a:r>
              <a:rPr lang="pt-PT" sz="2800" dirty="0" smtClean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 </a:t>
            </a:r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{background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: </a:t>
            </a:r>
            <a:r>
              <a:rPr lang="pt-PT" sz="2800" dirty="0" err="1">
                <a:solidFill>
                  <a:schemeClr val="bg1"/>
                </a:solidFill>
                <a:latin typeface="Avenir Book"/>
                <a:cs typeface="Avenir Book"/>
              </a:rPr>
              <a:t>red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;}</a:t>
            </a:r>
          </a:p>
          <a:p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    </a:t>
            </a:r>
            <a:r>
              <a:rPr lang="pt-PT" sz="2800" dirty="0" smtClean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to</a:t>
            </a:r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{background: </a:t>
            </a:r>
            <a:r>
              <a:rPr lang="pt-PT" sz="2800" dirty="0" err="1">
                <a:solidFill>
                  <a:schemeClr val="bg1"/>
                </a:solidFill>
                <a:latin typeface="Avenir Book"/>
                <a:cs typeface="Avenir Book"/>
              </a:rPr>
              <a:t>yellow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;}</a:t>
            </a:r>
          </a:p>
          <a:p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}</a:t>
            </a:r>
          </a:p>
          <a:p>
            <a:r>
              <a:rPr lang="pt-PT" sz="2800" dirty="0" smtClean="0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@</a:t>
            </a:r>
            <a:r>
              <a:rPr lang="pt-PT" sz="2800" dirty="0" err="1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keyframes</a:t>
            </a:r>
            <a:r>
              <a:rPr lang="pt-PT" sz="2800" dirty="0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 </a:t>
            </a:r>
            <a:r>
              <a:rPr lang="pt-PT" sz="2800" dirty="0" err="1">
                <a:solidFill>
                  <a:schemeClr val="bg1"/>
                </a:solidFill>
                <a:latin typeface="Avenir Book"/>
                <a:cs typeface="Avenir Book"/>
              </a:rPr>
              <a:t>myfirst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 {</a:t>
            </a:r>
          </a:p>
          <a:p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    </a:t>
            </a:r>
            <a:r>
              <a:rPr lang="pt-PT" sz="2800" dirty="0" err="1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from</a:t>
            </a:r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 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{background: </a:t>
            </a:r>
            <a:r>
              <a:rPr lang="pt-PT" sz="2800" dirty="0" err="1">
                <a:solidFill>
                  <a:schemeClr val="bg1"/>
                </a:solidFill>
                <a:latin typeface="Avenir Book"/>
                <a:cs typeface="Avenir Book"/>
              </a:rPr>
              <a:t>red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;}</a:t>
            </a:r>
          </a:p>
          <a:p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    </a:t>
            </a:r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to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 {background: </a:t>
            </a:r>
            <a:r>
              <a:rPr lang="pt-PT" sz="2800" dirty="0" err="1">
                <a:solidFill>
                  <a:schemeClr val="bg1"/>
                </a:solidFill>
                <a:latin typeface="Avenir Book"/>
                <a:cs typeface="Avenir Book"/>
              </a:rPr>
              <a:t>yellow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;}</a:t>
            </a:r>
          </a:p>
          <a:p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}</a:t>
            </a:r>
            <a:endParaRPr lang="pt-PT" sz="2800" dirty="0">
              <a:solidFill>
                <a:schemeClr val="bg1"/>
              </a:solidFill>
              <a:latin typeface="Avenir Book"/>
              <a:cs typeface="Avenir Book"/>
            </a:endParaRPr>
          </a:p>
          <a:p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.logo {</a:t>
            </a:r>
          </a:p>
          <a:p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   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-</a:t>
            </a:r>
            <a:r>
              <a:rPr lang="en-US" sz="2800" dirty="0" err="1">
                <a:solidFill>
                  <a:schemeClr val="bg1"/>
                </a:solidFill>
                <a:latin typeface="Avenir Book"/>
                <a:cs typeface="Avenir Book"/>
              </a:rPr>
              <a:t>webkit</a:t>
            </a:r>
            <a:r>
              <a:rPr lang="en-US" sz="2800" dirty="0">
                <a:solidFill>
                  <a:schemeClr val="bg1"/>
                </a:solidFill>
                <a:latin typeface="Avenir Book"/>
                <a:cs typeface="Avenir Book"/>
              </a:rPr>
              <a:t>-animation: </a:t>
            </a:r>
            <a:r>
              <a:rPr lang="en-US" sz="2800" dirty="0" err="1">
                <a:solidFill>
                  <a:schemeClr val="bg1"/>
                </a:solidFill>
                <a:latin typeface="Avenir Book"/>
                <a:cs typeface="Avenir Book"/>
              </a:rPr>
              <a:t>myfirst</a:t>
            </a:r>
            <a:r>
              <a:rPr lang="en-US" sz="2800" dirty="0">
                <a:solidFill>
                  <a:schemeClr val="bg1"/>
                </a:solidFill>
                <a:latin typeface="Avenir Book"/>
                <a:cs typeface="Avenir Book"/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5s infinite;</a:t>
            </a:r>
          </a:p>
          <a:p>
            <a:r>
              <a:rPr lang="en-US" sz="2800" dirty="0">
                <a:solidFill>
                  <a:schemeClr val="bg1"/>
                </a:solidFill>
                <a:latin typeface="Avenir Book"/>
                <a:cs typeface="Avenir Book"/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   animation</a:t>
            </a:r>
            <a:r>
              <a:rPr lang="en-US" sz="2800" dirty="0">
                <a:solidFill>
                  <a:schemeClr val="bg1"/>
                </a:solidFill>
                <a:latin typeface="Avenir Book"/>
                <a:cs typeface="Avenir Book"/>
              </a:rPr>
              <a:t>: </a:t>
            </a:r>
            <a:r>
              <a:rPr lang="en-US" sz="2800" dirty="0" err="1">
                <a:solidFill>
                  <a:schemeClr val="bg1"/>
                </a:solidFill>
                <a:latin typeface="Avenir Book"/>
                <a:cs typeface="Avenir Book"/>
              </a:rPr>
              <a:t>myfirst</a:t>
            </a:r>
            <a:r>
              <a:rPr lang="en-US" sz="2800" dirty="0">
                <a:solidFill>
                  <a:schemeClr val="bg1"/>
                </a:solidFill>
                <a:latin typeface="Avenir Book"/>
                <a:cs typeface="Avenir Book"/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latin typeface="Avenir Book"/>
                <a:cs typeface="Avenir Book"/>
              </a:rPr>
              <a:t>5s infinite;</a:t>
            </a:r>
            <a:endParaRPr lang="pt-PT" sz="2800" dirty="0" smtClean="0">
              <a:solidFill>
                <a:schemeClr val="bg1"/>
              </a:solidFill>
              <a:latin typeface="Avenir Book"/>
              <a:cs typeface="Avenir Book"/>
            </a:endParaRPr>
          </a:p>
          <a:p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}</a:t>
            </a:r>
            <a:endParaRPr lang="pt-PT" sz="2800" dirty="0">
              <a:solidFill>
                <a:schemeClr val="bg1"/>
              </a:solidFill>
              <a:latin typeface="Avenir Book"/>
              <a:cs typeface="Avenir Book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1291" y="6520721"/>
            <a:ext cx="252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Orador</a:t>
            </a:r>
            <a:r>
              <a:rPr lang="pt-PT" dirty="0" smtClean="0">
                <a:solidFill>
                  <a:schemeClr val="bg1"/>
                </a:solidFill>
              </a:rPr>
              <a:t>: Paulo Neves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61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>
                <a:solidFill>
                  <a:schemeClr val="bg1"/>
                </a:solidFill>
                <a:latin typeface="Avenir Book"/>
                <a:cs typeface="Avenir Book"/>
              </a:rPr>
              <a:t>Pseudo-elementos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81201" y="1671757"/>
            <a:ext cx="82255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.titulo</a:t>
            </a:r>
            <a:r>
              <a:rPr lang="pt-PT" sz="2800" dirty="0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::</a:t>
            </a:r>
            <a:r>
              <a:rPr lang="pt-PT" sz="2800" dirty="0" err="1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before</a:t>
            </a:r>
            <a:r>
              <a:rPr lang="pt-PT" sz="2800" dirty="0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 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{</a:t>
            </a:r>
            <a:endParaRPr lang="pt-PT" sz="2800" dirty="0">
              <a:solidFill>
                <a:schemeClr val="bg1">
                  <a:lumMod val="85000"/>
                </a:schemeClr>
              </a:solidFill>
              <a:latin typeface="Avenir Book"/>
              <a:cs typeface="Avenir Book"/>
            </a:endParaRPr>
          </a:p>
          <a:p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	</a:t>
            </a:r>
            <a:r>
              <a:rPr lang="pt-PT" sz="2800" dirty="0" err="1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content</a:t>
            </a:r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: “”;</a:t>
            </a:r>
          </a:p>
          <a:p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	</a:t>
            </a:r>
            <a:r>
              <a:rPr lang="pt-PT" sz="2800" dirty="0" err="1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position</a:t>
            </a:r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: </a:t>
            </a:r>
            <a:r>
              <a:rPr lang="pt-PT" sz="2800" dirty="0" err="1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absolute</a:t>
            </a:r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;</a:t>
            </a:r>
          </a:p>
          <a:p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 }</a:t>
            </a:r>
          </a:p>
          <a:p>
            <a:endParaRPr lang="pt-PT" sz="2800" dirty="0">
              <a:solidFill>
                <a:schemeClr val="bg1"/>
              </a:solidFill>
              <a:latin typeface="Avenir Book"/>
              <a:cs typeface="Avenir Book"/>
            </a:endParaRPr>
          </a:p>
          <a:p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.titulo</a:t>
            </a:r>
            <a:r>
              <a:rPr lang="pt-PT" sz="2800" dirty="0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::</a:t>
            </a:r>
            <a:r>
              <a:rPr lang="pt-PT" sz="2800" dirty="0" err="1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after</a:t>
            </a:r>
            <a:r>
              <a:rPr lang="pt-PT" sz="2800" dirty="0">
                <a:solidFill>
                  <a:schemeClr val="accent5">
                    <a:lumMod val="75000"/>
                  </a:schemeClr>
                </a:solidFill>
                <a:latin typeface="Avenir Book"/>
                <a:cs typeface="Avenir Book"/>
              </a:rPr>
              <a:t> </a:t>
            </a:r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{</a:t>
            </a:r>
            <a:endParaRPr lang="pt-PT" sz="2800" dirty="0">
              <a:solidFill>
                <a:schemeClr val="bg1">
                  <a:lumMod val="85000"/>
                </a:schemeClr>
              </a:solidFill>
              <a:latin typeface="Avenir Book"/>
              <a:cs typeface="Avenir Book"/>
            </a:endParaRPr>
          </a:p>
          <a:p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	</a:t>
            </a:r>
            <a:r>
              <a:rPr lang="pt-PT" sz="2800" dirty="0" err="1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content</a:t>
            </a:r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: “”;</a:t>
            </a:r>
          </a:p>
          <a:p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	</a:t>
            </a:r>
            <a:r>
              <a:rPr lang="pt-PT" sz="2800" dirty="0" err="1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position</a:t>
            </a:r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: </a:t>
            </a:r>
            <a:r>
              <a:rPr lang="pt-PT" sz="2800" dirty="0" err="1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relative</a:t>
            </a:r>
            <a:r>
              <a:rPr lang="pt-PT" sz="2800" dirty="0">
                <a:solidFill>
                  <a:schemeClr val="bg1">
                    <a:lumMod val="85000"/>
                  </a:schemeClr>
                </a:solidFill>
                <a:latin typeface="Avenir Book"/>
                <a:cs typeface="Avenir Book"/>
              </a:rPr>
              <a:t>; </a:t>
            </a:r>
          </a:p>
          <a:p>
            <a:r>
              <a:rPr lang="pt-PT" sz="2800" dirty="0">
                <a:solidFill>
                  <a:schemeClr val="bg1"/>
                </a:solidFill>
                <a:latin typeface="Avenir Book"/>
                <a:cs typeface="Avenir Book"/>
              </a:rPr>
              <a:t>}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1291" y="6520721"/>
            <a:ext cx="252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Orador</a:t>
            </a:r>
            <a:r>
              <a:rPr lang="pt-PT" dirty="0" smtClean="0">
                <a:solidFill>
                  <a:schemeClr val="bg1"/>
                </a:solidFill>
              </a:rPr>
              <a:t>: Paulo Neves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2251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/>
                </a:solidFill>
                <a:latin typeface="Avenir Book"/>
                <a:cs typeface="Avenir Book"/>
              </a:rPr>
              <a:t>Ficheiros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03389" y="2788006"/>
            <a:ext cx="9381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Download: </a:t>
            </a:r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pneves.pt/workshops/</a:t>
            </a:r>
            <a:r>
              <a:rPr lang="pt-PT" sz="2800" dirty="0" err="1" smtClean="0">
                <a:solidFill>
                  <a:schemeClr val="bg1"/>
                </a:solidFill>
                <a:latin typeface="Avenir Book"/>
                <a:cs typeface="Avenir Book"/>
              </a:rPr>
              <a:t>htmlcss</a:t>
            </a:r>
            <a:r>
              <a:rPr lang="pt-PT" sz="2800" dirty="0" smtClean="0">
                <a:solidFill>
                  <a:schemeClr val="bg1"/>
                </a:solidFill>
                <a:latin typeface="Avenir Book"/>
                <a:cs typeface="Avenir Book"/>
              </a:rPr>
              <a:t>/files.zip</a:t>
            </a:r>
            <a:endParaRPr lang="pt-PT" sz="2800" dirty="0" smtClean="0">
              <a:solidFill>
                <a:srgbClr val="002060"/>
              </a:solidFill>
              <a:latin typeface="Avenir Book"/>
              <a:cs typeface="Avenir Book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1291" y="6520721"/>
            <a:ext cx="252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Orador</a:t>
            </a:r>
            <a:r>
              <a:rPr lang="pt-PT" dirty="0" smtClean="0">
                <a:solidFill>
                  <a:schemeClr val="bg1"/>
                </a:solidFill>
              </a:rPr>
              <a:t>: Paulo Neves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715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/>
                </a:solidFill>
                <a:latin typeface="Avenir Book"/>
                <a:cs typeface="Avenir Book"/>
              </a:rPr>
              <a:t>Contactos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81201" y="2028212"/>
            <a:ext cx="82255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>
                <a:solidFill>
                  <a:srgbClr val="002060"/>
                </a:solidFill>
                <a:latin typeface="Avenir Book"/>
                <a:cs typeface="Avenir Book"/>
              </a:rPr>
              <a:t>facebook.com/pauloallex24</a:t>
            </a:r>
          </a:p>
          <a:p>
            <a:endParaRPr lang="pt-PT" sz="2800" dirty="0">
              <a:solidFill>
                <a:srgbClr val="002060"/>
              </a:solidFill>
              <a:latin typeface="Avenir Book"/>
              <a:cs typeface="Avenir Book"/>
            </a:endParaRPr>
          </a:p>
          <a:p>
            <a:r>
              <a:rPr lang="pt-PT" sz="2800" dirty="0" smtClean="0">
                <a:solidFill>
                  <a:srgbClr val="002060"/>
                </a:solidFill>
                <a:latin typeface="Avenir Book"/>
                <a:cs typeface="Avenir Book"/>
              </a:rPr>
              <a:t>paulo@pneves.pt</a:t>
            </a:r>
            <a:endParaRPr lang="pt-PT" sz="2800" dirty="0">
              <a:solidFill>
                <a:schemeClr val="bg1"/>
              </a:solidFill>
              <a:latin typeface="Avenir Book"/>
              <a:cs typeface="Avenir Book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1291" y="6520721"/>
            <a:ext cx="252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Orador</a:t>
            </a:r>
            <a:r>
              <a:rPr lang="pt-PT" dirty="0" smtClean="0">
                <a:solidFill>
                  <a:schemeClr val="bg1"/>
                </a:solidFill>
              </a:rPr>
              <a:t>: Paulo Neves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374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418</Words>
  <Application>Microsoft Office PowerPoint</Application>
  <PresentationFormat>Widescreen</PresentationFormat>
  <Paragraphs>140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Avenir Book</vt:lpstr>
      <vt:lpstr>Calibri</vt:lpstr>
      <vt:lpstr>Calibri Light</vt:lpstr>
      <vt:lpstr>Courier New</vt:lpstr>
      <vt:lpstr>Tema do Office</vt:lpstr>
      <vt:lpstr>PowerPoint Presentation</vt:lpstr>
      <vt:lpstr>Tags</vt:lpstr>
      <vt:lpstr>Atributos</vt:lpstr>
      <vt:lpstr>Seletores</vt:lpstr>
      <vt:lpstr>Seletores</vt:lpstr>
      <vt:lpstr>Seletores</vt:lpstr>
      <vt:lpstr>Seletores</vt:lpstr>
      <vt:lpstr>CSS - Display</vt:lpstr>
      <vt:lpstr>CSS - Position</vt:lpstr>
      <vt:lpstr>Transições</vt:lpstr>
      <vt:lpstr>Transformações</vt:lpstr>
      <vt:lpstr>Animações</vt:lpstr>
      <vt:lpstr>Animações</vt:lpstr>
      <vt:lpstr>Pseudo-elementos</vt:lpstr>
      <vt:lpstr>Ficheiros</vt:lpstr>
      <vt:lpstr>Contactos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Transições</dc:title>
  <dc:creator>Paulo Neves</dc:creator>
  <cp:lastModifiedBy>Paulo Neves</cp:lastModifiedBy>
  <cp:revision>19</cp:revision>
  <dcterms:created xsi:type="dcterms:W3CDTF">2014-10-20T14:10:06Z</dcterms:created>
  <dcterms:modified xsi:type="dcterms:W3CDTF">2015-10-12T16:19:09Z</dcterms:modified>
</cp:coreProperties>
</file>