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5B5B27-7C33-4B7B-856F-55C0DBABAE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1D33135-0BEE-4341-85FB-41382A6743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219A4FB-AB8F-4AB2-A8CF-9472E6424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62701-C4E6-46AD-963F-D42D757B092F}" type="datetimeFigureOut">
              <a:rPr lang="pt-PT" smtClean="0"/>
              <a:t>20/02/2018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6811C71-667A-4F3D-A234-5F23E422B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587321C-8BAC-440E-95EF-A0DBACE52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87422-E986-46C9-A1BC-16C8BC70B4A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95985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EB558D-BD61-4B4F-B08A-CD6D9A02D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D684429-CCFF-4F1A-AB49-1C009C5BC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7F156861-55BE-40AD-BD37-41B67BA42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62701-C4E6-46AD-963F-D42D757B092F}" type="datetimeFigureOut">
              <a:rPr lang="pt-PT" smtClean="0"/>
              <a:t>20/02/2018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146C187-6842-4526-ABAC-18AF2FDD6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240BADD-F166-4F76-9ED0-B67342DA7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87422-E986-46C9-A1BC-16C8BC70B4A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66276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1558A7-7684-470C-A884-41C24B322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42E639DA-D0C8-4FBB-A40A-A934D3A51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E9390C8-DFA2-422E-944D-DF2B18B10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62701-C4E6-46AD-963F-D42D757B092F}" type="datetimeFigureOut">
              <a:rPr lang="pt-PT" smtClean="0"/>
              <a:t>20/02/2018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6DA4F0DE-922C-4970-9152-1D7CB7B63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37F7539-3742-4647-89FD-5DFDBB5D7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87422-E986-46C9-A1BC-16C8BC70B4A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23534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599474-0F35-4E62-BA2C-B9276D1E4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58CD2F3-F01D-4C23-ACFE-45BF9ADB7C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C0B0EA3B-AA31-4767-B5E4-A2638E6837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E3CF81D2-76CD-4ECF-9F12-9F5A1CFB8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62701-C4E6-46AD-963F-D42D757B092F}" type="datetimeFigureOut">
              <a:rPr lang="pt-PT" smtClean="0"/>
              <a:t>20/02/2018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771E878C-895E-4B07-ACB1-BA2FF9D7A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D6CB7488-4C3E-4CBC-A8DA-FF1FCF587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87422-E986-46C9-A1BC-16C8BC70B4A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36079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0C9D62-4296-4136-AB4D-3E9FDD36F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52E76DF-30D8-458E-B3D1-FB1430DD71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157DDC28-D05E-48BF-BE7E-D52E9DBF43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4EE73E54-2E59-488C-9827-82C3741B8D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38411E4A-696F-4BDF-B6F3-6ED219015A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565DF4B4-DE12-4D95-91C8-91BDEE63D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62701-C4E6-46AD-963F-D42D757B092F}" type="datetimeFigureOut">
              <a:rPr lang="pt-PT" smtClean="0"/>
              <a:t>20/02/2018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57D61CD7-720F-4F15-B021-0CE001226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00897722-695C-47FB-B3AC-F48BB0DA6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87422-E986-46C9-A1BC-16C8BC70B4A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27193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F00F41-FEBD-418A-A9DC-87598654E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60872693-D85F-4E6D-958E-CA4E4D462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62701-C4E6-46AD-963F-D42D757B092F}" type="datetimeFigureOut">
              <a:rPr lang="pt-PT" smtClean="0"/>
              <a:t>20/02/2018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E634233C-48CF-489D-8CF3-CD887E471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2DDA7EF2-9BB2-42A9-BC7D-888E085B2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87422-E986-46C9-A1BC-16C8BC70B4A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30684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17141E25-036F-43B6-97DF-B786B8C2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62701-C4E6-46AD-963F-D42D757B092F}" type="datetimeFigureOut">
              <a:rPr lang="pt-PT" smtClean="0"/>
              <a:t>20/02/2018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F7EEC6C3-B6D3-4E5C-BDB5-90E7F21AC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3F9011BF-5B3F-429F-8AAD-D34A22990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87422-E986-46C9-A1BC-16C8BC70B4A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67145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0A2D4D-2112-4E31-BC1D-F021E8913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0CFF7A8-79AE-4C90-8DEF-623E65FD0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3E5DAF52-0C0E-4820-8D7E-BDFBEB95EC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144E9B72-C42B-4FE1-8EB8-8D223DDC9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62701-C4E6-46AD-963F-D42D757B092F}" type="datetimeFigureOut">
              <a:rPr lang="pt-PT" smtClean="0"/>
              <a:t>20/02/2018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6D182780-6B1A-4C2E-A959-5E458F517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5B156475-AB35-4F70-B275-5F5BAF5A5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87422-E986-46C9-A1BC-16C8BC70B4A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96892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7C4CCF-BB07-45CC-973E-C7B7A6E94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362DA0C9-4DC7-47BD-9D5D-92FD924CA8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2D40746B-3F91-4829-8903-70AB6CE527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633E0ECB-08D3-44FE-8D72-95EA02F0E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62701-C4E6-46AD-963F-D42D757B092F}" type="datetimeFigureOut">
              <a:rPr lang="pt-PT" smtClean="0"/>
              <a:t>20/02/2018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5C23A562-E65A-47DC-9BB0-9451AE3F5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95245A78-0A2F-4E3B-819C-85BDEA75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87422-E986-46C9-A1BC-16C8BC70B4A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70361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07B7E1-628D-44E3-8111-800BB24DC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2F9F7438-0AFF-43D3-AAA6-DA0237EBFF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FF4C575-CD60-4109-A357-C132D922A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62701-C4E6-46AD-963F-D42D757B092F}" type="datetimeFigureOut">
              <a:rPr lang="pt-PT" smtClean="0"/>
              <a:t>20/02/2018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B3769DE-21FB-424B-A2D7-BD9EECD3F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6B62A8C-661D-49A0-9D0C-EF178B17B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87422-E986-46C9-A1BC-16C8BC70B4A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77768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5575B6D-BBF1-46A3-B473-04FDC5CE4F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E2C2FE23-C096-4347-92F3-A959CD0A8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2F7113F-C04A-43E5-844A-3E88749BD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62701-C4E6-46AD-963F-D42D757B092F}" type="datetimeFigureOut">
              <a:rPr lang="pt-PT" smtClean="0"/>
              <a:t>20/02/2018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759F1B3-7D00-4DAD-BBF1-7509C1987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036CA21-1D9F-45D7-936D-9948DC562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87422-E986-46C9-A1BC-16C8BC70B4A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41734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DEC123DD-1A2A-4D32-8612-E68EB740B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9EA4836A-07F7-4486-A877-40F6CC7B2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A274D58-FE6B-4B85-81C6-FC88C7415D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162701-C4E6-46AD-963F-D42D757B092F}" type="datetimeFigureOut">
              <a:rPr lang="pt-PT" smtClean="0"/>
              <a:t>20/02/2018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225048F-2D5C-46CD-AFFB-4776501CE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3F87398-F9E4-4D10-858E-B9796F0954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87422-E986-46C9-A1BC-16C8BC70B4A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47448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FE788A-0907-4CD4-AAFA-6FBA575BC7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PT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BBF749F-7A1E-4C76-9667-15970C234A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513" y="1680916"/>
            <a:ext cx="12211026" cy="3374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325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Posição de Conteúdo 4" descr="Uma imagem com captura de ecrã&#10;&#10;Descrição gerada com confiança alta">
            <a:extLst>
              <a:ext uri="{FF2B5EF4-FFF2-40B4-BE49-F238E27FC236}">
                <a16:creationId xmlns:a16="http://schemas.microsoft.com/office/drawing/2014/main" id="{0D45AFC0-40EA-48D4-9542-D8E29B2BA2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281" y="0"/>
            <a:ext cx="8789437" cy="6849582"/>
          </a:xfrm>
        </p:spPr>
      </p:pic>
    </p:spTree>
    <p:extLst>
      <p:ext uri="{BB962C8B-B14F-4D97-AF65-F5344CB8AC3E}">
        <p14:creationId xmlns:p14="http://schemas.microsoft.com/office/powerpoint/2010/main" val="1925739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DDA19-7D88-4985-AD9E-55AB94BFB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5" name="Marcador de Posição de Conteúdo 4" descr="Uma imagem com interior, chão, mesa, cadeira&#10;&#10;Descrição gerada com confiança muito alta">
            <a:extLst>
              <a:ext uri="{FF2B5EF4-FFF2-40B4-BE49-F238E27FC236}">
                <a16:creationId xmlns:a16="http://schemas.microsoft.com/office/drawing/2014/main" id="{06FE76FF-DD0E-4965-A602-F784C7599F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836" y="0"/>
            <a:ext cx="10310327" cy="6873551"/>
          </a:xfrm>
        </p:spPr>
      </p:pic>
    </p:spTree>
    <p:extLst>
      <p:ext uri="{BB962C8B-B14F-4D97-AF65-F5344CB8AC3E}">
        <p14:creationId xmlns:p14="http://schemas.microsoft.com/office/powerpoint/2010/main" val="3936620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B9BF4E-0BCB-4E21-9982-A66AC55A8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5" name="Marcador de Posição de Conteúdo 4" descr="Uma imagem com pessoa, eletrónica, interior, apresentação&#10;&#10;Descrição gerada com confiança muito alta">
            <a:extLst>
              <a:ext uri="{FF2B5EF4-FFF2-40B4-BE49-F238E27FC236}">
                <a16:creationId xmlns:a16="http://schemas.microsoft.com/office/drawing/2014/main" id="{03C079B6-CA68-4F1C-8033-9FF4B463A9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474" y="0"/>
            <a:ext cx="10275052" cy="6858000"/>
          </a:xfrm>
        </p:spPr>
      </p:pic>
    </p:spTree>
    <p:extLst>
      <p:ext uri="{BB962C8B-B14F-4D97-AF65-F5344CB8AC3E}">
        <p14:creationId xmlns:p14="http://schemas.microsoft.com/office/powerpoint/2010/main" val="2475937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08D77B-DDB1-44E3-86C9-AD4BE3CF6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0D4701F-855C-4F29-B6E8-A4CF31B79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4CB68C4-83F4-4A2C-ABF3-9833A8A63C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931" r="1352" b="8572"/>
          <a:stretch/>
        </p:blipFill>
        <p:spPr>
          <a:xfrm>
            <a:off x="-7828" y="503950"/>
            <a:ext cx="12207655" cy="5673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750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6333B5-7DE8-49CE-B73E-5FBE402C9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4" name="Marcador de Posição de Conteúdo 3">
            <a:extLst>
              <a:ext uri="{FF2B5EF4-FFF2-40B4-BE49-F238E27FC236}">
                <a16:creationId xmlns:a16="http://schemas.microsoft.com/office/drawing/2014/main" id="{C0A6A36A-E9AB-481B-B37B-3354E34220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8650" r="1070" b="4290"/>
          <a:stretch/>
        </p:blipFill>
        <p:spPr>
          <a:xfrm>
            <a:off x="0" y="411473"/>
            <a:ext cx="12192000" cy="6035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277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3A3ED2-B79D-4B51-BE38-525F8D58B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4" name="Marcador de Posição de Conteúdo 3">
            <a:extLst>
              <a:ext uri="{FF2B5EF4-FFF2-40B4-BE49-F238E27FC236}">
                <a16:creationId xmlns:a16="http://schemas.microsoft.com/office/drawing/2014/main" id="{74656CAA-FCAB-40C9-9EB5-3B4A1B5A7E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9080" r="1070" b="4505"/>
          <a:stretch/>
        </p:blipFill>
        <p:spPr>
          <a:xfrm>
            <a:off x="0" y="433771"/>
            <a:ext cx="12192000" cy="599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139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1DD58F-2334-4B45-A598-5D10C6B8B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AF19023-DEF0-403D-942E-81CF560A3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10A89FF-CBEF-4CF9-B248-821DEC0E5C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8708" r="1045" b="3809"/>
          <a:stretch/>
        </p:blipFill>
        <p:spPr>
          <a:xfrm>
            <a:off x="-29957" y="365125"/>
            <a:ext cx="12251913" cy="609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138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2F42B7-9402-496D-949C-7E425F2A2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3460C6A-B40D-4B5B-8930-13EB1DCC2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09E9F61-F1E3-4640-9DDF-44F3578F9E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07" r="817" b="3945"/>
          <a:stretch/>
        </p:blipFill>
        <p:spPr>
          <a:xfrm>
            <a:off x="0" y="409221"/>
            <a:ext cx="12192000" cy="6039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5236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Ecrã Panorâmico</PresentationFormat>
  <Paragraphs>0</Paragraphs>
  <Slides>9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Tomás Batista</dc:creator>
  <cp:lastModifiedBy>Tomás Batista</cp:lastModifiedBy>
  <cp:revision>1</cp:revision>
  <dcterms:created xsi:type="dcterms:W3CDTF">2018-02-20T14:56:18Z</dcterms:created>
  <dcterms:modified xsi:type="dcterms:W3CDTF">2018-02-20T15:04:16Z</dcterms:modified>
</cp:coreProperties>
</file>