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74" autoAdjust="0"/>
  </p:normalViewPr>
  <p:slideViewPr>
    <p:cSldViewPr snapToGrid="0">
      <p:cViewPr>
        <p:scale>
          <a:sx n="75" d="100"/>
          <a:sy n="75" d="100"/>
        </p:scale>
        <p:origin x="1896" y="8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B8298-BC91-40DE-8E18-98230A8078F6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BB489-C501-44BC-87A3-6AB3602A9A3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0098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BB489-C501-44BC-87A3-6AB3602A9A36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6426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E9023-B533-46E0-9D17-B6617B2BB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339642-FD02-4F54-B865-61C840A2C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8380508-BBBC-42E1-9B43-2BE982FC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B946D51-8748-46F5-9B1E-B1A67C35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6BC298B-0D27-4571-A0D0-BD1CB19D6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802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3441E-B2D3-4AF6-8C54-A34ED181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99EA9D7-BA38-4D2A-92A3-7F4D64D44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E35CA24-2923-4CFD-B9B9-E1A6040BB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DEEFFD6-FDCD-4D59-89BE-0DD98087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66A5A95-AAF6-47C6-AEB7-475DCF76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86830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B1814-0E80-4887-AD44-1438EEF11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318D3B3-0976-4B3F-A1D3-A06DEF8B8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214E8D0-2A00-4729-BD40-2741949E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C21F4D6-82FC-4381-8EF4-4510A9936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41A788C-8402-4FC1-91B6-8E9169A4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3016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758BD-7E89-4DAA-935C-ADD886207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52F451C-D3B9-4437-A7C8-0D7A7F0C9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26D442F-AD5B-4B7A-8D89-679D226C4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25C4672-E070-4592-AB4D-155C2C89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F5C66AF-1B02-4CB3-A787-489DFA1C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BC644EE-E4AD-487A-8DE2-D8F889EBE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3169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52BE6-BDD2-42C0-8C38-40138C714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8EE7534-A636-478D-8450-5E70B3715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0365B0A-F210-4E77-80B1-E6EB7F997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05662ED3-283F-4D98-B87C-9C49291A9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7CDA246-4AE0-48CE-8E48-9B6B918F1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1B065DE-AD9D-4BEF-97D8-4F8FBB25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3312C40A-475D-40DC-BB2E-B140EE13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BC92F21-D6A4-4B23-B311-E3463B18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964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2CBA0-B1B7-4323-818F-C0F4546B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B7E7F0A-B59B-47FF-8D61-1EB16BC7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0FD2BE0-EB72-4EB3-871C-FB1F8012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B81F310-1D08-4AE0-8ADB-37F5BFA0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680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4830D46C-415C-4738-A38F-5FA8B7E8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E1E6448-9BE2-454F-A31E-D4AF282CF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53CDFB2-0EAB-4290-B60B-A1E48688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2001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3889E-7B5E-45FA-A1A8-0AA3ADFB5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A8C5AD0-F34D-4EB2-BD22-1466A274B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AA95BD2-07F5-47ED-9C34-1C7A2EAA4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A7F0A5D-9880-4D29-9DB6-2F67C88C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D6B41B9-049E-4846-9A31-54C3BDDC4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09C3B8B-DF6D-41B3-9146-22B2D581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443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B882A-A0CD-4631-B167-DC6F19581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9E9981B9-1CAE-4037-BCBE-EE6A6EAA7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B56304C-C135-4FFA-9C0A-AA261C31E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977A930-425C-4385-BBCB-A68DE2FE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E7F5EA4-5BA8-4E34-A01B-0CC7143C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021A7F1-549E-4145-89FC-30D079A3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240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E1380-FAC7-4C2C-B783-B6924404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FFC2E7E-1C98-48FC-A51D-462A5E059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C801668-38F0-4A2B-946E-64E5DACEB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3EC2279-3E86-40BE-A8E9-A9E5AAAC3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4F1DA32-7EEA-4EF9-9DB6-CF383275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85343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EE7F24-0E2F-45B5-ABCA-25C7AFCE8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0297390-17AD-47D9-A9E1-34CE3CDD7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54A3D37-FD00-4596-82D2-6E6A31DC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3FA8118-0506-416A-BA1A-1537E6B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BCDBEEC-703B-4640-BF0F-7B37D0C0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26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547BDB4A-A1A6-4689-95BC-A4BC73FC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D438AA5-2694-4E7C-A03B-CFBF9E37A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321361A-C21F-43E0-9237-F3DB9393B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55D38-FA87-4165-9DF0-39D3FAD38BEA}" type="datetimeFigureOut">
              <a:rPr lang="pt-PT" smtClean="0"/>
              <a:t>19/06/2018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8CD704C-2F57-4DBB-A922-4D55BF4F0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C12692C-B597-44C7-89A1-BD2C29998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480D8-286C-46F5-8179-46F3217E67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229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B59EAC1-5773-4B65-A603-D4CA4C08F5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17" t="15102" r="21633" b="7891"/>
          <a:stretch/>
        </p:blipFill>
        <p:spPr>
          <a:xfrm rot="16200000">
            <a:off x="-177545" y="856971"/>
            <a:ext cx="6867858" cy="516915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E4BC5BB-39B6-4761-8E95-8F9D5DF952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817" t="14966" r="21403" b="7891"/>
          <a:stretch/>
        </p:blipFill>
        <p:spPr>
          <a:xfrm rot="16200000">
            <a:off x="5494066" y="844419"/>
            <a:ext cx="6883099" cy="516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083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&#10;&#10;Descrição gerada com confiança muito alta">
            <a:extLst>
              <a:ext uri="{FF2B5EF4-FFF2-40B4-BE49-F238E27FC236}">
                <a16:creationId xmlns:a16="http://schemas.microsoft.com/office/drawing/2014/main" id="{C7DDC779-6EF0-4548-B412-B51059E94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89915" y="850318"/>
            <a:ext cx="6858000" cy="5157364"/>
          </a:xfrm>
          <a:prstGeom prst="rect">
            <a:avLst/>
          </a:prstGeom>
        </p:spPr>
      </p:pic>
      <p:pic>
        <p:nvPicPr>
          <p:cNvPr id="10" name="Imagem 9" descr="Uma imagem com captura de ecrã&#10;&#10;Descrição gerada com confiança muito alta">
            <a:extLst>
              <a:ext uri="{FF2B5EF4-FFF2-40B4-BE49-F238E27FC236}">
                <a16:creationId xmlns:a16="http://schemas.microsoft.com/office/drawing/2014/main" id="{B6CEC94F-8B33-4128-8B0A-270434D6A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521879" y="852355"/>
            <a:ext cx="6862075" cy="51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&#10;&#10;Descrição gerada com confiança muito alta">
            <a:extLst>
              <a:ext uri="{FF2B5EF4-FFF2-40B4-BE49-F238E27FC236}">
                <a16:creationId xmlns:a16="http://schemas.microsoft.com/office/drawing/2014/main" id="{76DC2D9E-9CC9-4472-ACC8-EB2DF5FD6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83236" y="842036"/>
            <a:ext cx="6891072" cy="5207000"/>
          </a:xfrm>
          <a:prstGeom prst="rect">
            <a:avLst/>
          </a:prstGeom>
        </p:spPr>
      </p:pic>
      <p:pic>
        <p:nvPicPr>
          <p:cNvPr id="7" name="Imagem 6" descr="Uma imagem com captura de ecrã&#10;&#10;Descrição gerada com confiança muito alta">
            <a:extLst>
              <a:ext uri="{FF2B5EF4-FFF2-40B4-BE49-F238E27FC236}">
                <a16:creationId xmlns:a16="http://schemas.microsoft.com/office/drawing/2014/main" id="{AEDC33D7-1240-4A8A-8DDB-F4C3BEFBD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567702" y="858502"/>
            <a:ext cx="6924001" cy="520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32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&#10;&#10;Descrição gerada com confiança muito alta">
            <a:extLst>
              <a:ext uri="{FF2B5EF4-FFF2-40B4-BE49-F238E27FC236}">
                <a16:creationId xmlns:a16="http://schemas.microsoft.com/office/drawing/2014/main" id="{7779D633-616A-408D-B4DB-1A0176AA2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93778" y="860323"/>
            <a:ext cx="6851855" cy="51435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5D30A38-C174-4D76-9CA8-08FF927D75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417" t="15000" r="21354" b="7407"/>
          <a:stretch/>
        </p:blipFill>
        <p:spPr>
          <a:xfrm rot="16200000">
            <a:off x="5528806" y="859296"/>
            <a:ext cx="6862091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62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ADD">
            <a:extLst>
              <a:ext uri="{FF2B5EF4-FFF2-40B4-BE49-F238E27FC236}">
                <a16:creationId xmlns:a16="http://schemas.microsoft.com/office/drawing/2014/main" id="{52F0CA2B-B60A-42CE-97A6-1BCF983F7F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844026" y="845069"/>
            <a:ext cx="6856958" cy="516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82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&#10;&#10;Descrição gerada com confiança muito alta">
            <a:extLst>
              <a:ext uri="{FF2B5EF4-FFF2-40B4-BE49-F238E27FC236}">
                <a16:creationId xmlns:a16="http://schemas.microsoft.com/office/drawing/2014/main" id="{CB629138-9A91-485C-9EF9-1CFF6B8F9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839926" y="839926"/>
            <a:ext cx="6861454" cy="518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474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captura de ecrã&#10;&#10;Descrição gerada com confiança muito alta">
            <a:extLst>
              <a:ext uri="{FF2B5EF4-FFF2-40B4-BE49-F238E27FC236}">
                <a16:creationId xmlns:a16="http://schemas.microsoft.com/office/drawing/2014/main" id="{DA1419CB-5DAC-497B-A749-C8A012E47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842087" y="834312"/>
            <a:ext cx="6865775" cy="518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41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FB507DF-9F38-4626-8018-965B28301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9211" y="3847680"/>
            <a:ext cx="3629532" cy="239110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67497A5-2D14-4CB3-B05D-7A32165C87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73005" y="733468"/>
            <a:ext cx="3137120" cy="167018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B2C3C28-80B3-4863-BAD7-C96DEB393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44238" y="417089"/>
            <a:ext cx="2893545" cy="23911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D67C1ED-B2B7-47C5-855A-37F949F33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59447" y="3907489"/>
            <a:ext cx="3263128" cy="2306153"/>
          </a:xfrm>
          <a:prstGeom prst="rect">
            <a:avLst/>
          </a:prstGeom>
          <a:ln w="19050">
            <a:solidFill>
              <a:schemeClr val="bg1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2688133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texto, captura de ecrã&#10;&#10;Descrição gerada com confiança alta">
            <a:extLst>
              <a:ext uri="{FF2B5EF4-FFF2-40B4-BE49-F238E27FC236}">
                <a16:creationId xmlns:a16="http://schemas.microsoft.com/office/drawing/2014/main" id="{BD981E25-0216-4E78-9381-B9807EF10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855780" y="855782"/>
            <a:ext cx="6838014" cy="512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03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 descr="Uma imagem com captura de ecrã&#10;&#10;Descrição gerada com confiança alta">
            <a:extLst>
              <a:ext uri="{FF2B5EF4-FFF2-40B4-BE49-F238E27FC236}">
                <a16:creationId xmlns:a16="http://schemas.microsoft.com/office/drawing/2014/main" id="{19451CF7-5853-4132-B758-FEA312165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855234" y="846566"/>
            <a:ext cx="6866669" cy="5156200"/>
          </a:xfrm>
        </p:spPr>
      </p:pic>
    </p:spTree>
    <p:extLst>
      <p:ext uri="{BB962C8B-B14F-4D97-AF65-F5344CB8AC3E}">
        <p14:creationId xmlns:p14="http://schemas.microsoft.com/office/powerpoint/2010/main" val="1197233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 descr="Uma imagem com texto, captura de ecrã&#10;&#10;Descrição gerada com confiança alta">
            <a:extLst>
              <a:ext uri="{FF2B5EF4-FFF2-40B4-BE49-F238E27FC236}">
                <a16:creationId xmlns:a16="http://schemas.microsoft.com/office/drawing/2014/main" id="{56AF8BA2-91CC-4CA3-B801-305365CFC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858493" y="881407"/>
            <a:ext cx="6835086" cy="5118100"/>
          </a:xfrm>
        </p:spPr>
      </p:pic>
    </p:spTree>
    <p:extLst>
      <p:ext uri="{BB962C8B-B14F-4D97-AF65-F5344CB8AC3E}">
        <p14:creationId xmlns:p14="http://schemas.microsoft.com/office/powerpoint/2010/main" val="364242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 descr="Uma imagem com captura de ecrã&#10;&#10;Descrição gerada com confiança muito alta">
            <a:extLst>
              <a:ext uri="{FF2B5EF4-FFF2-40B4-BE49-F238E27FC236}">
                <a16:creationId xmlns:a16="http://schemas.microsoft.com/office/drawing/2014/main" id="{43DD5FA9-72F8-42F1-A6EF-9EF8F63BD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852502" y="849298"/>
            <a:ext cx="6861204" cy="5156200"/>
          </a:xfrm>
        </p:spPr>
      </p:pic>
    </p:spTree>
    <p:extLst>
      <p:ext uri="{BB962C8B-B14F-4D97-AF65-F5344CB8AC3E}">
        <p14:creationId xmlns:p14="http://schemas.microsoft.com/office/powerpoint/2010/main" val="1619733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4BE2B-9BF8-4DB6-AECE-D6D5766C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 descr="Uma imagem com captura de ecrã&#10;&#10;Descrição gerada com confiança muito alta">
            <a:extLst>
              <a:ext uri="{FF2B5EF4-FFF2-40B4-BE49-F238E27FC236}">
                <a16:creationId xmlns:a16="http://schemas.microsoft.com/office/drawing/2014/main" id="{3EAB8D3B-40F6-45B2-90D8-D910BEA31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43350" y="851564"/>
            <a:ext cx="6878654" cy="5175526"/>
          </a:xfrm>
        </p:spPr>
      </p:pic>
      <p:pic>
        <p:nvPicPr>
          <p:cNvPr id="7" name="Imagem 6" descr="Uma imagem com texto, mapa&#10;&#10;Descrição gerada com confiança muito alta">
            <a:extLst>
              <a:ext uri="{FF2B5EF4-FFF2-40B4-BE49-F238E27FC236}">
                <a16:creationId xmlns:a16="http://schemas.microsoft.com/office/drawing/2014/main" id="{B778F8DA-EDCE-4870-81AB-3C36D79A6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638601" y="869661"/>
            <a:ext cx="6899311" cy="515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33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83629-3267-4620-8A76-1791F803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 descr="Uma imagem com captura de ecrã&#10;&#10;Descrição gerada com confiança muito alta">
            <a:extLst>
              <a:ext uri="{FF2B5EF4-FFF2-40B4-BE49-F238E27FC236}">
                <a16:creationId xmlns:a16="http://schemas.microsoft.com/office/drawing/2014/main" id="{00D6FA37-CA78-4B0E-8AEE-A5735E998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81966" y="845904"/>
            <a:ext cx="6857999" cy="5166194"/>
          </a:xfrm>
        </p:spPr>
      </p:pic>
      <p:pic>
        <p:nvPicPr>
          <p:cNvPr id="7" name="Imagem 6" descr="Uma imagem com captura de ecrã, mapa&#10;&#10;Descrição gerada com confiança muito alta">
            <a:extLst>
              <a:ext uri="{FF2B5EF4-FFF2-40B4-BE49-F238E27FC236}">
                <a16:creationId xmlns:a16="http://schemas.microsoft.com/office/drawing/2014/main" id="{BAFA5085-04E8-4B01-B4A2-866F89111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504978" y="845902"/>
            <a:ext cx="6879981" cy="516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794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</Words>
  <Application>Microsoft Office PowerPoint</Application>
  <PresentationFormat>Ecrã Panorâmico</PresentationFormat>
  <Paragraphs>1</Paragraphs>
  <Slides>14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Tomás Batista</dc:creator>
  <cp:lastModifiedBy>Tomás Batista</cp:lastModifiedBy>
  <cp:revision>12</cp:revision>
  <dcterms:created xsi:type="dcterms:W3CDTF">2018-06-19T16:30:05Z</dcterms:created>
  <dcterms:modified xsi:type="dcterms:W3CDTF">2018-06-19T19:53:31Z</dcterms:modified>
</cp:coreProperties>
</file>