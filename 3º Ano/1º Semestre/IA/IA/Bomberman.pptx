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 Slab"/>
      <p:regular r:id="rId14"/>
      <p:bold r:id="rId15"/>
    </p:embeddedFont>
    <p:embeddedFont>
      <p:font typeface="Chivo"/>
      <p:regular r:id="rId16"/>
      <p:bold r:id="rId17"/>
      <p:italic r:id="rId18"/>
      <p:boldItalic r:id="rId19"/>
    </p:embeddedFont>
    <p:embeddedFont>
      <p:font typeface="Roboto Slab Regular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Regular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SlabRegula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Slab-bold.fntdata"/><Relationship Id="rId14" Type="http://schemas.openxmlformats.org/officeDocument/2006/relationships/font" Target="fonts/RobotoSlab-regular.fntdata"/><Relationship Id="rId17" Type="http://schemas.openxmlformats.org/officeDocument/2006/relationships/font" Target="fonts/Chivo-bold.fntdata"/><Relationship Id="rId16" Type="http://schemas.openxmlformats.org/officeDocument/2006/relationships/font" Target="fonts/Chivo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Chiv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hiv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975a63a23_0_6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975a63a23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5cb61f720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5cb61f720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5cb61f720_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5cb61f720_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5cb61f720_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5cb61f720_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75cb61f720_9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75cb61f720_9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75cb61f720_9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75cb61f720_9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75cb61f720_8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75cb61f720_8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120" y="-200"/>
            <a:ext cx="9143821" cy="5142886"/>
            <a:chOff x="2973586" y="5250656"/>
            <a:chExt cx="2856819" cy="1606800"/>
          </a:xfrm>
        </p:grpSpPr>
        <p:sp>
          <p:nvSpPr>
            <p:cNvPr id="56" name="Google Shape;56;p14"/>
            <p:cNvSpPr/>
            <p:nvPr/>
          </p:nvSpPr>
          <p:spPr>
            <a:xfrm>
              <a:off x="2973586" y="6221960"/>
              <a:ext cx="2856819" cy="635496"/>
            </a:xfrm>
            <a:custGeom>
              <a:rect b="b" l="l" r="r" t="t"/>
              <a:pathLst>
                <a:path extrusionOk="0" h="635496" w="2856819">
                  <a:moveTo>
                    <a:pt x="0" y="636040"/>
                  </a:moveTo>
                  <a:lnTo>
                    <a:pt x="2856819" y="636040"/>
                  </a:lnTo>
                  <a:lnTo>
                    <a:pt x="2856819" y="0"/>
                  </a:lnTo>
                  <a:lnTo>
                    <a:pt x="0" y="503857"/>
                  </a:lnTo>
                  <a:lnTo>
                    <a:pt x="0" y="6360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2973586" y="6067738"/>
              <a:ext cx="642784" cy="385464"/>
            </a:xfrm>
            <a:custGeom>
              <a:rect b="b" l="l" r="r" t="t"/>
              <a:pathLst>
                <a:path extrusionOk="0" h="385464" w="642784">
                  <a:moveTo>
                    <a:pt x="0" y="113368"/>
                  </a:moveTo>
                  <a:lnTo>
                    <a:pt x="0" y="385724"/>
                  </a:lnTo>
                  <a:lnTo>
                    <a:pt x="642784" y="272355"/>
                  </a:lnTo>
                  <a:lnTo>
                    <a:pt x="642784" y="0"/>
                  </a:lnTo>
                  <a:lnTo>
                    <a:pt x="0" y="113368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3378302" y="5250656"/>
              <a:ext cx="1781048" cy="314027"/>
            </a:xfrm>
            <a:custGeom>
              <a:rect b="b" l="l" r="r" t="t"/>
              <a:pathLst>
                <a:path extrusionOk="0" h="314027" w="1781048">
                  <a:moveTo>
                    <a:pt x="238155" y="0"/>
                  </a:moveTo>
                  <a:lnTo>
                    <a:pt x="0" y="42004"/>
                  </a:lnTo>
                  <a:lnTo>
                    <a:pt x="0" y="314359"/>
                  </a:lnTo>
                  <a:lnTo>
                    <a:pt x="1782389" y="0"/>
                  </a:lnTo>
                  <a:lnTo>
                    <a:pt x="23815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4790344" y="5404894"/>
              <a:ext cx="1040060" cy="455414"/>
            </a:xfrm>
            <a:custGeom>
              <a:rect b="b" l="l" r="r" t="t"/>
              <a:pathLst>
                <a:path extrusionOk="0" h="455414" w="1040060">
                  <a:moveTo>
                    <a:pt x="1040061" y="0"/>
                  </a:moveTo>
                  <a:lnTo>
                    <a:pt x="0" y="184194"/>
                  </a:lnTo>
                  <a:lnTo>
                    <a:pt x="0" y="456550"/>
                  </a:lnTo>
                  <a:lnTo>
                    <a:pt x="1040061" y="272355"/>
                  </a:lnTo>
                  <a:lnTo>
                    <a:pt x="1040061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2973586" y="6263466"/>
              <a:ext cx="1077258" cy="461367"/>
            </a:xfrm>
            <a:custGeom>
              <a:rect b="b" l="l" r="r" t="t"/>
              <a:pathLst>
                <a:path extrusionOk="0" h="461367" w="1077258">
                  <a:moveTo>
                    <a:pt x="0" y="189996"/>
                  </a:moveTo>
                  <a:lnTo>
                    <a:pt x="0" y="462351"/>
                  </a:lnTo>
                  <a:lnTo>
                    <a:pt x="1077259" y="272355"/>
                  </a:lnTo>
                  <a:lnTo>
                    <a:pt x="1077259" y="0"/>
                  </a:lnTo>
                  <a:lnTo>
                    <a:pt x="0" y="18999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531332" y="5949605"/>
              <a:ext cx="299073" cy="324445"/>
            </a:xfrm>
            <a:custGeom>
              <a:rect b="b" l="l" r="r" t="t"/>
              <a:pathLst>
                <a:path extrusionOk="0" h="324445" w="299073">
                  <a:moveTo>
                    <a:pt x="299073" y="0"/>
                  </a:moveTo>
                  <a:lnTo>
                    <a:pt x="0" y="52748"/>
                  </a:lnTo>
                  <a:lnTo>
                    <a:pt x="0" y="325103"/>
                  </a:lnTo>
                  <a:lnTo>
                    <a:pt x="299073" y="272355"/>
                  </a:lnTo>
                  <a:lnTo>
                    <a:pt x="299073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613394" y="5425142"/>
              <a:ext cx="557972" cy="370582"/>
            </a:xfrm>
            <a:custGeom>
              <a:rect b="b" l="l" r="r" t="t"/>
              <a:pathLst>
                <a:path extrusionOk="0" h="370582" w="557972">
                  <a:moveTo>
                    <a:pt x="0" y="98410"/>
                  </a:moveTo>
                  <a:lnTo>
                    <a:pt x="0" y="370765"/>
                  </a:lnTo>
                  <a:lnTo>
                    <a:pt x="557973" y="272355"/>
                  </a:lnTo>
                  <a:lnTo>
                    <a:pt x="557973" y="0"/>
                  </a:lnTo>
                  <a:lnTo>
                    <a:pt x="0" y="9841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5636975" y="5677250"/>
              <a:ext cx="193430" cy="305097"/>
            </a:xfrm>
            <a:custGeom>
              <a:rect b="b" l="l" r="r" t="t"/>
              <a:pathLst>
                <a:path extrusionOk="0" h="305097" w="193430">
                  <a:moveTo>
                    <a:pt x="193430" y="0"/>
                  </a:moveTo>
                  <a:lnTo>
                    <a:pt x="0" y="34116"/>
                  </a:lnTo>
                  <a:lnTo>
                    <a:pt x="0" y="306471"/>
                  </a:lnTo>
                  <a:lnTo>
                    <a:pt x="193430" y="272355"/>
                  </a:lnTo>
                  <a:lnTo>
                    <a:pt x="19343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" name="Google Shape;64;p14"/>
          <p:cNvSpPr txBox="1"/>
          <p:nvPr>
            <p:ph type="ctrTitle"/>
          </p:nvPr>
        </p:nvSpPr>
        <p:spPr>
          <a:xfrm>
            <a:off x="457200" y="799275"/>
            <a:ext cx="5486400" cy="318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5"/>
          <p:cNvGrpSpPr/>
          <p:nvPr/>
        </p:nvGrpSpPr>
        <p:grpSpPr>
          <a:xfrm>
            <a:off x="-120" y="-200"/>
            <a:ext cx="9143821" cy="5142886"/>
            <a:chOff x="2973586" y="5250656"/>
            <a:chExt cx="2856819" cy="1606800"/>
          </a:xfrm>
        </p:grpSpPr>
        <p:sp>
          <p:nvSpPr>
            <p:cNvPr id="67" name="Google Shape;67;p15"/>
            <p:cNvSpPr/>
            <p:nvPr/>
          </p:nvSpPr>
          <p:spPr>
            <a:xfrm>
              <a:off x="2973586" y="6221960"/>
              <a:ext cx="2856819" cy="635496"/>
            </a:xfrm>
            <a:custGeom>
              <a:rect b="b" l="l" r="r" t="t"/>
              <a:pathLst>
                <a:path extrusionOk="0" h="635496" w="2856819">
                  <a:moveTo>
                    <a:pt x="0" y="636040"/>
                  </a:moveTo>
                  <a:lnTo>
                    <a:pt x="2856819" y="636040"/>
                  </a:lnTo>
                  <a:lnTo>
                    <a:pt x="2856819" y="0"/>
                  </a:lnTo>
                  <a:lnTo>
                    <a:pt x="0" y="503857"/>
                  </a:lnTo>
                  <a:lnTo>
                    <a:pt x="0" y="6360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2973586" y="6067738"/>
              <a:ext cx="642784" cy="385464"/>
            </a:xfrm>
            <a:custGeom>
              <a:rect b="b" l="l" r="r" t="t"/>
              <a:pathLst>
                <a:path extrusionOk="0" h="385464" w="642784">
                  <a:moveTo>
                    <a:pt x="0" y="113368"/>
                  </a:moveTo>
                  <a:lnTo>
                    <a:pt x="0" y="385724"/>
                  </a:lnTo>
                  <a:lnTo>
                    <a:pt x="642784" y="272355"/>
                  </a:lnTo>
                  <a:lnTo>
                    <a:pt x="642784" y="0"/>
                  </a:lnTo>
                  <a:lnTo>
                    <a:pt x="0" y="113368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3378302" y="5250656"/>
              <a:ext cx="1781048" cy="314027"/>
            </a:xfrm>
            <a:custGeom>
              <a:rect b="b" l="l" r="r" t="t"/>
              <a:pathLst>
                <a:path extrusionOk="0" h="314027" w="1781048">
                  <a:moveTo>
                    <a:pt x="238155" y="0"/>
                  </a:moveTo>
                  <a:lnTo>
                    <a:pt x="0" y="42004"/>
                  </a:lnTo>
                  <a:lnTo>
                    <a:pt x="0" y="314359"/>
                  </a:lnTo>
                  <a:lnTo>
                    <a:pt x="1782389" y="0"/>
                  </a:lnTo>
                  <a:lnTo>
                    <a:pt x="23815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4790344" y="5404894"/>
              <a:ext cx="1040060" cy="455414"/>
            </a:xfrm>
            <a:custGeom>
              <a:rect b="b" l="l" r="r" t="t"/>
              <a:pathLst>
                <a:path extrusionOk="0" h="455414" w="1040060">
                  <a:moveTo>
                    <a:pt x="1040061" y="0"/>
                  </a:moveTo>
                  <a:lnTo>
                    <a:pt x="0" y="184194"/>
                  </a:lnTo>
                  <a:lnTo>
                    <a:pt x="0" y="456550"/>
                  </a:lnTo>
                  <a:lnTo>
                    <a:pt x="1040061" y="272355"/>
                  </a:lnTo>
                  <a:lnTo>
                    <a:pt x="1040061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2973586" y="6263466"/>
              <a:ext cx="1077258" cy="461367"/>
            </a:xfrm>
            <a:custGeom>
              <a:rect b="b" l="l" r="r" t="t"/>
              <a:pathLst>
                <a:path extrusionOk="0" h="461367" w="1077258">
                  <a:moveTo>
                    <a:pt x="0" y="189996"/>
                  </a:moveTo>
                  <a:lnTo>
                    <a:pt x="0" y="462351"/>
                  </a:lnTo>
                  <a:lnTo>
                    <a:pt x="1077259" y="272355"/>
                  </a:lnTo>
                  <a:lnTo>
                    <a:pt x="1077259" y="0"/>
                  </a:lnTo>
                  <a:lnTo>
                    <a:pt x="0" y="189996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5531332" y="5949605"/>
              <a:ext cx="299073" cy="324445"/>
            </a:xfrm>
            <a:custGeom>
              <a:rect b="b" l="l" r="r" t="t"/>
              <a:pathLst>
                <a:path extrusionOk="0" h="324445" w="299073">
                  <a:moveTo>
                    <a:pt x="299073" y="0"/>
                  </a:moveTo>
                  <a:lnTo>
                    <a:pt x="0" y="52748"/>
                  </a:lnTo>
                  <a:lnTo>
                    <a:pt x="0" y="325103"/>
                  </a:lnTo>
                  <a:lnTo>
                    <a:pt x="299073" y="272355"/>
                  </a:lnTo>
                  <a:lnTo>
                    <a:pt x="299073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3613394" y="5425142"/>
              <a:ext cx="557972" cy="370582"/>
            </a:xfrm>
            <a:custGeom>
              <a:rect b="b" l="l" r="r" t="t"/>
              <a:pathLst>
                <a:path extrusionOk="0" h="370582" w="557972">
                  <a:moveTo>
                    <a:pt x="0" y="98410"/>
                  </a:moveTo>
                  <a:lnTo>
                    <a:pt x="0" y="370765"/>
                  </a:lnTo>
                  <a:lnTo>
                    <a:pt x="557973" y="272355"/>
                  </a:lnTo>
                  <a:lnTo>
                    <a:pt x="557973" y="0"/>
                  </a:lnTo>
                  <a:lnTo>
                    <a:pt x="0" y="9841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5636975" y="5677250"/>
              <a:ext cx="193430" cy="305097"/>
            </a:xfrm>
            <a:custGeom>
              <a:rect b="b" l="l" r="r" t="t"/>
              <a:pathLst>
                <a:path extrusionOk="0" h="305097" w="193430">
                  <a:moveTo>
                    <a:pt x="193430" y="0"/>
                  </a:moveTo>
                  <a:lnTo>
                    <a:pt x="0" y="34116"/>
                  </a:lnTo>
                  <a:lnTo>
                    <a:pt x="0" y="306471"/>
                  </a:lnTo>
                  <a:lnTo>
                    <a:pt x="193430" y="272355"/>
                  </a:lnTo>
                  <a:lnTo>
                    <a:pt x="19343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15"/>
          <p:cNvSpPr txBox="1"/>
          <p:nvPr>
            <p:ph type="ctrTitle"/>
          </p:nvPr>
        </p:nvSpPr>
        <p:spPr>
          <a:xfrm>
            <a:off x="457200" y="1430950"/>
            <a:ext cx="54864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457200" y="2763852"/>
            <a:ext cx="54864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6"/>
          <p:cNvGrpSpPr/>
          <p:nvPr/>
        </p:nvGrpSpPr>
        <p:grpSpPr>
          <a:xfrm>
            <a:off x="-238" y="-200"/>
            <a:ext cx="9143821" cy="5143302"/>
            <a:chOff x="6316957" y="5250656"/>
            <a:chExt cx="2856819" cy="1606930"/>
          </a:xfrm>
        </p:grpSpPr>
        <p:sp>
          <p:nvSpPr>
            <p:cNvPr id="79" name="Google Shape;79;p16"/>
            <p:cNvSpPr/>
            <p:nvPr/>
          </p:nvSpPr>
          <p:spPr>
            <a:xfrm>
              <a:off x="6316957" y="6351571"/>
              <a:ext cx="2856819" cy="506015"/>
            </a:xfrm>
            <a:custGeom>
              <a:rect b="b" l="l" r="r" t="t"/>
              <a:pathLst>
                <a:path extrusionOk="0" h="506015" w="2856819">
                  <a:moveTo>
                    <a:pt x="0" y="506429"/>
                  </a:moveTo>
                  <a:lnTo>
                    <a:pt x="2856819" y="506429"/>
                  </a:lnTo>
                  <a:lnTo>
                    <a:pt x="2856819" y="0"/>
                  </a:lnTo>
                  <a:lnTo>
                    <a:pt x="0" y="503856"/>
                  </a:lnTo>
                  <a:lnTo>
                    <a:pt x="0" y="5064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7306428" y="5250656"/>
              <a:ext cx="1434361" cy="253007"/>
            </a:xfrm>
            <a:custGeom>
              <a:rect b="b" l="l" r="r" t="t"/>
              <a:pathLst>
                <a:path extrusionOk="0" h="253007" w="1434361">
                  <a:moveTo>
                    <a:pt x="481099" y="0"/>
                  </a:moveTo>
                  <a:lnTo>
                    <a:pt x="0" y="84851"/>
                  </a:lnTo>
                  <a:lnTo>
                    <a:pt x="0" y="253027"/>
                  </a:lnTo>
                  <a:lnTo>
                    <a:pt x="1434642" y="0"/>
                  </a:lnTo>
                  <a:lnTo>
                    <a:pt x="481099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6316957" y="6512738"/>
              <a:ext cx="989471" cy="342304"/>
            </a:xfrm>
            <a:custGeom>
              <a:rect b="b" l="l" r="r" t="t"/>
              <a:pathLst>
                <a:path extrusionOk="0" h="342304" w="989471">
                  <a:moveTo>
                    <a:pt x="0" y="174513"/>
                  </a:moveTo>
                  <a:lnTo>
                    <a:pt x="0" y="342688"/>
                  </a:lnTo>
                  <a:lnTo>
                    <a:pt x="989471" y="168176"/>
                  </a:lnTo>
                  <a:lnTo>
                    <a:pt x="989471" y="0"/>
                  </a:lnTo>
                  <a:lnTo>
                    <a:pt x="0" y="174513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>
              <a:off x="8885118" y="6183395"/>
              <a:ext cx="288657" cy="218777"/>
            </a:xfrm>
            <a:custGeom>
              <a:rect b="b" l="l" r="r" t="t"/>
              <a:pathLst>
                <a:path extrusionOk="0" h="218777" w="288657">
                  <a:moveTo>
                    <a:pt x="288658" y="0"/>
                  </a:moveTo>
                  <a:lnTo>
                    <a:pt x="0" y="50911"/>
                  </a:lnTo>
                  <a:lnTo>
                    <a:pt x="0" y="219087"/>
                  </a:lnTo>
                  <a:lnTo>
                    <a:pt x="288658" y="168176"/>
                  </a:lnTo>
                  <a:lnTo>
                    <a:pt x="28865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6316957" y="6431950"/>
              <a:ext cx="493991" cy="254496"/>
            </a:xfrm>
            <a:custGeom>
              <a:rect b="b" l="l" r="r" t="t"/>
              <a:pathLst>
                <a:path extrusionOk="0" h="254496" w="493991">
                  <a:moveTo>
                    <a:pt x="0" y="87125"/>
                  </a:moveTo>
                  <a:lnTo>
                    <a:pt x="0" y="255301"/>
                  </a:lnTo>
                  <a:lnTo>
                    <a:pt x="493992" y="168176"/>
                  </a:lnTo>
                  <a:lnTo>
                    <a:pt x="493992" y="0"/>
                  </a:lnTo>
                  <a:lnTo>
                    <a:pt x="0" y="87125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>
              <a:off x="9029447" y="6015219"/>
              <a:ext cx="144328" cy="193476"/>
            </a:xfrm>
            <a:custGeom>
              <a:rect b="b" l="l" r="r" t="t"/>
              <a:pathLst>
                <a:path extrusionOk="0" h="193476" w="144328">
                  <a:moveTo>
                    <a:pt x="144329" y="0"/>
                  </a:moveTo>
                  <a:lnTo>
                    <a:pt x="0" y="25456"/>
                  </a:lnTo>
                  <a:lnTo>
                    <a:pt x="0" y="193632"/>
                  </a:lnTo>
                  <a:lnTo>
                    <a:pt x="144329" y="168176"/>
                  </a:lnTo>
                  <a:lnTo>
                    <a:pt x="144329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8224479" y="5847043"/>
              <a:ext cx="949297" cy="334863"/>
            </a:xfrm>
            <a:custGeom>
              <a:rect b="b" l="l" r="r" t="t"/>
              <a:pathLst>
                <a:path extrusionOk="0" h="334863" w="949297">
                  <a:moveTo>
                    <a:pt x="949297" y="0"/>
                  </a:moveTo>
                  <a:lnTo>
                    <a:pt x="0" y="167427"/>
                  </a:lnTo>
                  <a:lnTo>
                    <a:pt x="0" y="335603"/>
                  </a:lnTo>
                  <a:lnTo>
                    <a:pt x="949297" y="168176"/>
                  </a:lnTo>
                  <a:lnTo>
                    <a:pt x="949297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>
              <a:off x="6677035" y="5840035"/>
              <a:ext cx="629392" cy="278308"/>
            </a:xfrm>
            <a:custGeom>
              <a:rect b="b" l="l" r="r" t="t"/>
              <a:pathLst>
                <a:path extrusionOk="0" h="278308" w="629392">
                  <a:moveTo>
                    <a:pt x="0" y="111005"/>
                  </a:moveTo>
                  <a:lnTo>
                    <a:pt x="0" y="279181"/>
                  </a:lnTo>
                  <a:lnTo>
                    <a:pt x="629393" y="168176"/>
                  </a:lnTo>
                  <a:lnTo>
                    <a:pt x="629393" y="0"/>
                  </a:lnTo>
                  <a:lnTo>
                    <a:pt x="0" y="111005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6316957" y="5716734"/>
              <a:ext cx="735035" cy="297656"/>
            </a:xfrm>
            <a:custGeom>
              <a:rect b="b" l="l" r="r" t="t"/>
              <a:pathLst>
                <a:path extrusionOk="0" h="297656" w="735035">
                  <a:moveTo>
                    <a:pt x="0" y="129638"/>
                  </a:moveTo>
                  <a:lnTo>
                    <a:pt x="0" y="297814"/>
                  </a:lnTo>
                  <a:lnTo>
                    <a:pt x="735036" y="168176"/>
                  </a:lnTo>
                  <a:lnTo>
                    <a:pt x="735036" y="0"/>
                  </a:lnTo>
                  <a:lnTo>
                    <a:pt x="0" y="12963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8703591" y="5342516"/>
              <a:ext cx="470184" cy="250031"/>
            </a:xfrm>
            <a:custGeom>
              <a:rect b="b" l="l" r="r" t="t"/>
              <a:pathLst>
                <a:path extrusionOk="0" h="250031" w="470184">
                  <a:moveTo>
                    <a:pt x="470185" y="0"/>
                  </a:moveTo>
                  <a:lnTo>
                    <a:pt x="0" y="82927"/>
                  </a:lnTo>
                  <a:lnTo>
                    <a:pt x="0" y="251103"/>
                  </a:lnTo>
                  <a:lnTo>
                    <a:pt x="470185" y="168176"/>
                  </a:lnTo>
                  <a:lnTo>
                    <a:pt x="47018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1006900" y="677700"/>
            <a:ext cx="4936800" cy="3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>
                <a:solidFill>
                  <a:srgbClr val="FFFFFF"/>
                </a:solidFill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>
                <a:solidFill>
                  <a:srgbClr val="FFFFFF"/>
                </a:solidFill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>
                <a:solidFill>
                  <a:srgbClr val="FFFFFF"/>
                </a:solidFill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>
                <a:solidFill>
                  <a:srgbClr val="FFFFFF"/>
                </a:solidFill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>
                <a:solidFill>
                  <a:srgbClr val="FFFFFF"/>
                </a:solidFill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>
                <a:solidFill>
                  <a:srgbClr val="FFFFFF"/>
                </a:solidFill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>
                <a:solidFill>
                  <a:srgbClr val="FFFFFF"/>
                </a:solidFill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>
                <a:solidFill>
                  <a:srgbClr val="FFFFFF"/>
                </a:solidFill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0" name="Google Shape;90;p16"/>
          <p:cNvSpPr txBox="1"/>
          <p:nvPr/>
        </p:nvSpPr>
        <p:spPr>
          <a:xfrm>
            <a:off x="239550" y="339696"/>
            <a:ext cx="777000" cy="6537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1A">
                <a:alpha val="15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0">
                <a:solidFill>
                  <a:srgbClr val="FFFFFF"/>
                </a:solidFill>
                <a:latin typeface="Chivo"/>
                <a:ea typeface="Chivo"/>
                <a:cs typeface="Chivo"/>
                <a:sym typeface="Chivo"/>
              </a:rPr>
              <a:t>“</a:t>
            </a:r>
            <a:endParaRPr sz="10000">
              <a:solidFill>
                <a:srgbClr val="FFFFFF"/>
              </a:solidFill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259225" y="4674100"/>
            <a:ext cx="481500" cy="24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7"/>
          <p:cNvGrpSpPr/>
          <p:nvPr/>
        </p:nvGrpSpPr>
        <p:grpSpPr>
          <a:xfrm>
            <a:off x="-120" y="-106"/>
            <a:ext cx="9143821" cy="5143317"/>
            <a:chOff x="2973586" y="2777133"/>
            <a:chExt cx="2856819" cy="1606935"/>
          </a:xfrm>
        </p:grpSpPr>
        <p:sp>
          <p:nvSpPr>
            <p:cNvPr id="94" name="Google Shape;94;p17"/>
            <p:cNvSpPr/>
            <p:nvPr/>
          </p:nvSpPr>
          <p:spPr>
            <a:xfrm>
              <a:off x="2973586" y="2944901"/>
              <a:ext cx="2856819" cy="1439167"/>
            </a:xfrm>
            <a:custGeom>
              <a:rect b="b" l="l" r="r" t="t"/>
              <a:pathLst>
                <a:path extrusionOk="0" h="1439167" w="2856819">
                  <a:moveTo>
                    <a:pt x="0" y="1439576"/>
                  </a:moveTo>
                  <a:lnTo>
                    <a:pt x="2856819" y="1439576"/>
                  </a:lnTo>
                  <a:lnTo>
                    <a:pt x="2856819" y="0"/>
                  </a:lnTo>
                  <a:lnTo>
                    <a:pt x="0" y="503855"/>
                  </a:lnTo>
                  <a:lnTo>
                    <a:pt x="0" y="14395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3669936" y="2777133"/>
              <a:ext cx="1203732" cy="211335"/>
            </a:xfrm>
            <a:custGeom>
              <a:rect b="b" l="l" r="r" t="t"/>
              <a:pathLst>
                <a:path extrusionOk="0" h="211335" w="1203732">
                  <a:moveTo>
                    <a:pt x="251070" y="0"/>
                  </a:moveTo>
                  <a:lnTo>
                    <a:pt x="0" y="44281"/>
                  </a:lnTo>
                  <a:lnTo>
                    <a:pt x="0" y="212457"/>
                  </a:lnTo>
                  <a:lnTo>
                    <a:pt x="1204612" y="0"/>
                  </a:lnTo>
                  <a:lnTo>
                    <a:pt x="25107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2973586" y="2900141"/>
              <a:ext cx="249971" cy="211335"/>
            </a:xfrm>
            <a:custGeom>
              <a:rect b="b" l="l" r="r" t="t"/>
              <a:pathLst>
                <a:path extrusionOk="0" h="211335" w="249971">
                  <a:moveTo>
                    <a:pt x="0" y="44087"/>
                  </a:moveTo>
                  <a:lnTo>
                    <a:pt x="0" y="212263"/>
                  </a:lnTo>
                  <a:lnTo>
                    <a:pt x="249972" y="168176"/>
                  </a:lnTo>
                  <a:lnTo>
                    <a:pt x="249972" y="0"/>
                  </a:lnTo>
                  <a:lnTo>
                    <a:pt x="0" y="44087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2973586" y="3176135"/>
              <a:ext cx="592194" cy="272355"/>
            </a:xfrm>
            <a:custGeom>
              <a:rect b="b" l="l" r="r" t="t"/>
              <a:pathLst>
                <a:path extrusionOk="0" h="272355" w="592194">
                  <a:moveTo>
                    <a:pt x="0" y="104445"/>
                  </a:moveTo>
                  <a:lnTo>
                    <a:pt x="0" y="272620"/>
                  </a:lnTo>
                  <a:lnTo>
                    <a:pt x="592195" y="168176"/>
                  </a:lnTo>
                  <a:lnTo>
                    <a:pt x="592195" y="0"/>
                  </a:lnTo>
                  <a:lnTo>
                    <a:pt x="0" y="104445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5446520" y="2777133"/>
              <a:ext cx="383885" cy="235148"/>
            </a:xfrm>
            <a:custGeom>
              <a:rect b="b" l="l" r="r" t="t"/>
              <a:pathLst>
                <a:path extrusionOk="0" h="235148" w="383885">
                  <a:moveTo>
                    <a:pt x="383885" y="0"/>
                  </a:moveTo>
                  <a:lnTo>
                    <a:pt x="381571" y="0"/>
                  </a:lnTo>
                  <a:lnTo>
                    <a:pt x="0" y="67297"/>
                  </a:lnTo>
                  <a:lnTo>
                    <a:pt x="0" y="235473"/>
                  </a:lnTo>
                  <a:lnTo>
                    <a:pt x="383885" y="167768"/>
                  </a:lnTo>
                  <a:lnTo>
                    <a:pt x="38388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2973586" y="2964659"/>
              <a:ext cx="837702" cy="315515"/>
            </a:xfrm>
            <a:custGeom>
              <a:rect b="b" l="l" r="r" t="t"/>
              <a:pathLst>
                <a:path extrusionOk="0" h="315515" w="837702">
                  <a:moveTo>
                    <a:pt x="0" y="147745"/>
                  </a:moveTo>
                  <a:lnTo>
                    <a:pt x="0" y="315920"/>
                  </a:lnTo>
                  <a:lnTo>
                    <a:pt x="837703" y="168176"/>
                  </a:lnTo>
                  <a:lnTo>
                    <a:pt x="837703" y="0"/>
                  </a:lnTo>
                  <a:lnTo>
                    <a:pt x="0" y="147745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7"/>
          <p:cNvSpPr txBox="1"/>
          <p:nvPr>
            <p:ph type="title"/>
          </p:nvPr>
        </p:nvSpPr>
        <p:spPr>
          <a:xfrm>
            <a:off x="457200" y="-100"/>
            <a:ext cx="5486400" cy="18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200400" y="1909300"/>
            <a:ext cx="5486400" cy="27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▰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259225" y="4674100"/>
            <a:ext cx="481500" cy="24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 + image">
  <p:cSld name="TITLE_AND_BODY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8"/>
          <p:cNvGrpSpPr/>
          <p:nvPr/>
        </p:nvGrpSpPr>
        <p:grpSpPr>
          <a:xfrm>
            <a:off x="-239" y="-106"/>
            <a:ext cx="9143821" cy="5143317"/>
            <a:chOff x="6361595" y="2777133"/>
            <a:chExt cx="2856819" cy="1606935"/>
          </a:xfrm>
        </p:grpSpPr>
        <p:sp>
          <p:nvSpPr>
            <p:cNvPr id="105" name="Google Shape;105;p18"/>
            <p:cNvSpPr/>
            <p:nvPr/>
          </p:nvSpPr>
          <p:spPr>
            <a:xfrm>
              <a:off x="6361595" y="3328877"/>
              <a:ext cx="2856819" cy="1055191"/>
            </a:xfrm>
            <a:custGeom>
              <a:rect b="b" l="l" r="r" t="t"/>
              <a:pathLst>
                <a:path extrusionOk="0" h="1055191" w="2856819">
                  <a:moveTo>
                    <a:pt x="0" y="1055599"/>
                  </a:moveTo>
                  <a:lnTo>
                    <a:pt x="2856819" y="1055599"/>
                  </a:lnTo>
                  <a:lnTo>
                    <a:pt x="2856819" y="0"/>
                  </a:lnTo>
                  <a:lnTo>
                    <a:pt x="0" y="503854"/>
                  </a:lnTo>
                  <a:lnTo>
                    <a:pt x="0" y="10555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8"/>
            <p:cNvSpPr/>
            <p:nvPr/>
          </p:nvSpPr>
          <p:spPr>
            <a:xfrm>
              <a:off x="6361595" y="3581367"/>
              <a:ext cx="471672" cy="250031"/>
            </a:xfrm>
            <a:custGeom>
              <a:rect b="b" l="l" r="r" t="t"/>
              <a:pathLst>
                <a:path extrusionOk="0" h="250031" w="471672">
                  <a:moveTo>
                    <a:pt x="0" y="83189"/>
                  </a:moveTo>
                  <a:lnTo>
                    <a:pt x="0" y="251365"/>
                  </a:lnTo>
                  <a:lnTo>
                    <a:pt x="471673" y="168176"/>
                  </a:lnTo>
                  <a:lnTo>
                    <a:pt x="471673" y="0"/>
                  </a:lnTo>
                  <a:lnTo>
                    <a:pt x="0" y="8318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8"/>
            <p:cNvSpPr/>
            <p:nvPr/>
          </p:nvSpPr>
          <p:spPr>
            <a:xfrm>
              <a:off x="8188769" y="3160702"/>
              <a:ext cx="1029645" cy="349746"/>
            </a:xfrm>
            <a:custGeom>
              <a:rect b="b" l="l" r="r" t="t"/>
              <a:pathLst>
                <a:path extrusionOk="0" h="349746" w="1029645">
                  <a:moveTo>
                    <a:pt x="1029645" y="0"/>
                  </a:moveTo>
                  <a:lnTo>
                    <a:pt x="0" y="181597"/>
                  </a:lnTo>
                  <a:lnTo>
                    <a:pt x="0" y="349773"/>
                  </a:lnTo>
                  <a:lnTo>
                    <a:pt x="1029645" y="168176"/>
                  </a:lnTo>
                  <a:lnTo>
                    <a:pt x="1029645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8"/>
            <p:cNvSpPr/>
            <p:nvPr/>
          </p:nvSpPr>
          <p:spPr>
            <a:xfrm>
              <a:off x="6361595" y="3343125"/>
              <a:ext cx="868949" cy="319980"/>
            </a:xfrm>
            <a:custGeom>
              <a:rect b="b" l="l" r="r" t="t"/>
              <a:pathLst>
                <a:path extrusionOk="0" h="319980" w="868949">
                  <a:moveTo>
                    <a:pt x="0" y="153256"/>
                  </a:moveTo>
                  <a:lnTo>
                    <a:pt x="0" y="321431"/>
                  </a:lnTo>
                  <a:lnTo>
                    <a:pt x="868949" y="168176"/>
                  </a:lnTo>
                  <a:lnTo>
                    <a:pt x="868949" y="0"/>
                  </a:lnTo>
                  <a:lnTo>
                    <a:pt x="0" y="153256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8"/>
            <p:cNvSpPr/>
            <p:nvPr/>
          </p:nvSpPr>
          <p:spPr>
            <a:xfrm>
              <a:off x="6361595" y="3286479"/>
              <a:ext cx="236580" cy="209847"/>
            </a:xfrm>
            <a:custGeom>
              <a:rect b="b" l="l" r="r" t="t"/>
              <a:pathLst>
                <a:path extrusionOk="0" h="209847" w="236580">
                  <a:moveTo>
                    <a:pt x="0" y="41725"/>
                  </a:moveTo>
                  <a:lnTo>
                    <a:pt x="0" y="209901"/>
                  </a:lnTo>
                  <a:lnTo>
                    <a:pt x="236580" y="168176"/>
                  </a:lnTo>
                  <a:lnTo>
                    <a:pt x="236580" y="0"/>
                  </a:lnTo>
                  <a:lnTo>
                    <a:pt x="0" y="41725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8331610" y="2824350"/>
              <a:ext cx="886804" cy="324445"/>
            </a:xfrm>
            <a:custGeom>
              <a:rect b="b" l="l" r="r" t="t"/>
              <a:pathLst>
                <a:path extrusionOk="0" h="324445" w="886804">
                  <a:moveTo>
                    <a:pt x="886804" y="0"/>
                  </a:moveTo>
                  <a:lnTo>
                    <a:pt x="0" y="156405"/>
                  </a:lnTo>
                  <a:lnTo>
                    <a:pt x="0" y="324581"/>
                  </a:lnTo>
                  <a:lnTo>
                    <a:pt x="886804" y="168176"/>
                  </a:lnTo>
                  <a:lnTo>
                    <a:pt x="886804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6868978" y="2954026"/>
              <a:ext cx="660639" cy="284261"/>
            </a:xfrm>
            <a:custGeom>
              <a:rect b="b" l="l" r="r" t="t"/>
              <a:pathLst>
                <a:path extrusionOk="0" h="284261" w="660639">
                  <a:moveTo>
                    <a:pt x="0" y="116516"/>
                  </a:moveTo>
                  <a:lnTo>
                    <a:pt x="0" y="284692"/>
                  </a:lnTo>
                  <a:lnTo>
                    <a:pt x="660639" y="168176"/>
                  </a:lnTo>
                  <a:lnTo>
                    <a:pt x="660639" y="0"/>
                  </a:lnTo>
                  <a:lnTo>
                    <a:pt x="0" y="116516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7093655" y="2777133"/>
              <a:ext cx="1438825" cy="253007"/>
            </a:xfrm>
            <a:custGeom>
              <a:rect b="b" l="l" r="r" t="t"/>
              <a:pathLst>
                <a:path extrusionOk="0" h="253007" w="1438825">
                  <a:moveTo>
                    <a:pt x="485388" y="0"/>
                  </a:moveTo>
                  <a:lnTo>
                    <a:pt x="0" y="85607"/>
                  </a:lnTo>
                  <a:lnTo>
                    <a:pt x="0" y="253783"/>
                  </a:lnTo>
                  <a:lnTo>
                    <a:pt x="1438932" y="0"/>
                  </a:lnTo>
                  <a:lnTo>
                    <a:pt x="48538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8"/>
          <p:cNvSpPr txBox="1"/>
          <p:nvPr>
            <p:ph type="title"/>
          </p:nvPr>
        </p:nvSpPr>
        <p:spPr>
          <a:xfrm>
            <a:off x="457200" y="2394450"/>
            <a:ext cx="4114800" cy="420600"/>
          </a:xfrm>
          <a:prstGeom prst="rect">
            <a:avLst/>
          </a:prstGeom>
          <a:effectLst>
            <a:outerShdw blurRad="28575" rotWithShape="0" algn="bl" dir="5400000" dist="9525">
              <a:srgbClr val="00001A">
                <a:alpha val="150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200400" y="2800175"/>
            <a:ext cx="5486400" cy="211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▰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▰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▰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▰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▰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▰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▰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▰"/>
              <a:defRPr sz="2000"/>
            </a:lvl9pPr>
          </a:lstStyle>
          <a:p/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259225" y="4674100"/>
            <a:ext cx="481500" cy="24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9"/>
          <p:cNvGrpSpPr/>
          <p:nvPr/>
        </p:nvGrpSpPr>
        <p:grpSpPr>
          <a:xfrm>
            <a:off x="-120" y="-106"/>
            <a:ext cx="9143821" cy="5143317"/>
            <a:chOff x="2973586" y="2777133"/>
            <a:chExt cx="2856819" cy="1606935"/>
          </a:xfrm>
        </p:grpSpPr>
        <p:sp>
          <p:nvSpPr>
            <p:cNvPr id="118" name="Google Shape;118;p19"/>
            <p:cNvSpPr/>
            <p:nvPr/>
          </p:nvSpPr>
          <p:spPr>
            <a:xfrm>
              <a:off x="2973586" y="2944901"/>
              <a:ext cx="2856819" cy="1439167"/>
            </a:xfrm>
            <a:custGeom>
              <a:rect b="b" l="l" r="r" t="t"/>
              <a:pathLst>
                <a:path extrusionOk="0" h="1439167" w="2856819">
                  <a:moveTo>
                    <a:pt x="0" y="1439576"/>
                  </a:moveTo>
                  <a:lnTo>
                    <a:pt x="2856819" y="1439576"/>
                  </a:lnTo>
                  <a:lnTo>
                    <a:pt x="2856819" y="0"/>
                  </a:lnTo>
                  <a:lnTo>
                    <a:pt x="0" y="503855"/>
                  </a:lnTo>
                  <a:lnTo>
                    <a:pt x="0" y="14395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3669936" y="2777133"/>
              <a:ext cx="1203732" cy="211335"/>
            </a:xfrm>
            <a:custGeom>
              <a:rect b="b" l="l" r="r" t="t"/>
              <a:pathLst>
                <a:path extrusionOk="0" h="211335" w="1203732">
                  <a:moveTo>
                    <a:pt x="251070" y="0"/>
                  </a:moveTo>
                  <a:lnTo>
                    <a:pt x="0" y="44281"/>
                  </a:lnTo>
                  <a:lnTo>
                    <a:pt x="0" y="212457"/>
                  </a:lnTo>
                  <a:lnTo>
                    <a:pt x="1204612" y="0"/>
                  </a:lnTo>
                  <a:lnTo>
                    <a:pt x="25107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2973586" y="2900141"/>
              <a:ext cx="249971" cy="211335"/>
            </a:xfrm>
            <a:custGeom>
              <a:rect b="b" l="l" r="r" t="t"/>
              <a:pathLst>
                <a:path extrusionOk="0" h="211335" w="249971">
                  <a:moveTo>
                    <a:pt x="0" y="44087"/>
                  </a:moveTo>
                  <a:lnTo>
                    <a:pt x="0" y="212263"/>
                  </a:lnTo>
                  <a:lnTo>
                    <a:pt x="249972" y="168176"/>
                  </a:lnTo>
                  <a:lnTo>
                    <a:pt x="249972" y="0"/>
                  </a:lnTo>
                  <a:lnTo>
                    <a:pt x="0" y="44087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2973586" y="3176135"/>
              <a:ext cx="592194" cy="272355"/>
            </a:xfrm>
            <a:custGeom>
              <a:rect b="b" l="l" r="r" t="t"/>
              <a:pathLst>
                <a:path extrusionOk="0" h="272355" w="592194">
                  <a:moveTo>
                    <a:pt x="0" y="104445"/>
                  </a:moveTo>
                  <a:lnTo>
                    <a:pt x="0" y="272620"/>
                  </a:lnTo>
                  <a:lnTo>
                    <a:pt x="592195" y="168176"/>
                  </a:lnTo>
                  <a:lnTo>
                    <a:pt x="592195" y="0"/>
                  </a:lnTo>
                  <a:lnTo>
                    <a:pt x="0" y="104445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5446520" y="2777133"/>
              <a:ext cx="383885" cy="235148"/>
            </a:xfrm>
            <a:custGeom>
              <a:rect b="b" l="l" r="r" t="t"/>
              <a:pathLst>
                <a:path extrusionOk="0" h="235148" w="383885">
                  <a:moveTo>
                    <a:pt x="383885" y="0"/>
                  </a:moveTo>
                  <a:lnTo>
                    <a:pt x="381571" y="0"/>
                  </a:lnTo>
                  <a:lnTo>
                    <a:pt x="0" y="67297"/>
                  </a:lnTo>
                  <a:lnTo>
                    <a:pt x="0" y="235473"/>
                  </a:lnTo>
                  <a:lnTo>
                    <a:pt x="383885" y="167768"/>
                  </a:lnTo>
                  <a:lnTo>
                    <a:pt x="38388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2973586" y="2964659"/>
              <a:ext cx="837702" cy="315515"/>
            </a:xfrm>
            <a:custGeom>
              <a:rect b="b" l="l" r="r" t="t"/>
              <a:pathLst>
                <a:path extrusionOk="0" h="315515" w="837702">
                  <a:moveTo>
                    <a:pt x="0" y="147745"/>
                  </a:moveTo>
                  <a:lnTo>
                    <a:pt x="0" y="315920"/>
                  </a:lnTo>
                  <a:lnTo>
                    <a:pt x="837703" y="168176"/>
                  </a:lnTo>
                  <a:lnTo>
                    <a:pt x="837703" y="0"/>
                  </a:lnTo>
                  <a:lnTo>
                    <a:pt x="0" y="147745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9"/>
          <p:cNvSpPr txBox="1"/>
          <p:nvPr>
            <p:ph type="title"/>
          </p:nvPr>
        </p:nvSpPr>
        <p:spPr>
          <a:xfrm>
            <a:off x="457200" y="-100"/>
            <a:ext cx="5486400" cy="18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200375" y="1909300"/>
            <a:ext cx="2493600" cy="30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9pPr>
          </a:lstStyle>
          <a:p/>
        </p:txBody>
      </p:sp>
      <p:sp>
        <p:nvSpPr>
          <p:cNvPr id="126" name="Google Shape;126;p19"/>
          <p:cNvSpPr txBox="1"/>
          <p:nvPr>
            <p:ph idx="2" type="body"/>
          </p:nvPr>
        </p:nvSpPr>
        <p:spPr>
          <a:xfrm>
            <a:off x="6193205" y="1909300"/>
            <a:ext cx="2493600" cy="30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▰"/>
              <a:defRPr sz="1800"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259225" y="4674100"/>
            <a:ext cx="481500" cy="24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0"/>
          <p:cNvGrpSpPr/>
          <p:nvPr/>
        </p:nvGrpSpPr>
        <p:grpSpPr>
          <a:xfrm>
            <a:off x="-120" y="-106"/>
            <a:ext cx="9143821" cy="5143317"/>
            <a:chOff x="2973586" y="2777133"/>
            <a:chExt cx="2856819" cy="1606935"/>
          </a:xfrm>
        </p:grpSpPr>
        <p:sp>
          <p:nvSpPr>
            <p:cNvPr id="130" name="Google Shape;130;p20"/>
            <p:cNvSpPr/>
            <p:nvPr/>
          </p:nvSpPr>
          <p:spPr>
            <a:xfrm>
              <a:off x="2973586" y="2944901"/>
              <a:ext cx="2856819" cy="1439167"/>
            </a:xfrm>
            <a:custGeom>
              <a:rect b="b" l="l" r="r" t="t"/>
              <a:pathLst>
                <a:path extrusionOk="0" h="1439167" w="2856819">
                  <a:moveTo>
                    <a:pt x="0" y="1439576"/>
                  </a:moveTo>
                  <a:lnTo>
                    <a:pt x="2856819" y="1439576"/>
                  </a:lnTo>
                  <a:lnTo>
                    <a:pt x="2856819" y="0"/>
                  </a:lnTo>
                  <a:lnTo>
                    <a:pt x="0" y="503855"/>
                  </a:lnTo>
                  <a:lnTo>
                    <a:pt x="0" y="14395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0"/>
            <p:cNvSpPr/>
            <p:nvPr/>
          </p:nvSpPr>
          <p:spPr>
            <a:xfrm>
              <a:off x="3669936" y="2777133"/>
              <a:ext cx="1203732" cy="211335"/>
            </a:xfrm>
            <a:custGeom>
              <a:rect b="b" l="l" r="r" t="t"/>
              <a:pathLst>
                <a:path extrusionOk="0" h="211335" w="1203732">
                  <a:moveTo>
                    <a:pt x="251070" y="0"/>
                  </a:moveTo>
                  <a:lnTo>
                    <a:pt x="0" y="44281"/>
                  </a:lnTo>
                  <a:lnTo>
                    <a:pt x="0" y="212457"/>
                  </a:lnTo>
                  <a:lnTo>
                    <a:pt x="1204612" y="0"/>
                  </a:lnTo>
                  <a:lnTo>
                    <a:pt x="25107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2973586" y="2900141"/>
              <a:ext cx="249971" cy="211335"/>
            </a:xfrm>
            <a:custGeom>
              <a:rect b="b" l="l" r="r" t="t"/>
              <a:pathLst>
                <a:path extrusionOk="0" h="211335" w="249971">
                  <a:moveTo>
                    <a:pt x="0" y="44087"/>
                  </a:moveTo>
                  <a:lnTo>
                    <a:pt x="0" y="212263"/>
                  </a:lnTo>
                  <a:lnTo>
                    <a:pt x="249972" y="168176"/>
                  </a:lnTo>
                  <a:lnTo>
                    <a:pt x="249972" y="0"/>
                  </a:lnTo>
                  <a:lnTo>
                    <a:pt x="0" y="44087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2973586" y="3176135"/>
              <a:ext cx="592194" cy="272355"/>
            </a:xfrm>
            <a:custGeom>
              <a:rect b="b" l="l" r="r" t="t"/>
              <a:pathLst>
                <a:path extrusionOk="0" h="272355" w="592194">
                  <a:moveTo>
                    <a:pt x="0" y="104445"/>
                  </a:moveTo>
                  <a:lnTo>
                    <a:pt x="0" y="272620"/>
                  </a:lnTo>
                  <a:lnTo>
                    <a:pt x="592195" y="168176"/>
                  </a:lnTo>
                  <a:lnTo>
                    <a:pt x="592195" y="0"/>
                  </a:lnTo>
                  <a:lnTo>
                    <a:pt x="0" y="104445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0"/>
            <p:cNvSpPr/>
            <p:nvPr/>
          </p:nvSpPr>
          <p:spPr>
            <a:xfrm>
              <a:off x="5446520" y="2777133"/>
              <a:ext cx="383885" cy="235148"/>
            </a:xfrm>
            <a:custGeom>
              <a:rect b="b" l="l" r="r" t="t"/>
              <a:pathLst>
                <a:path extrusionOk="0" h="235148" w="383885">
                  <a:moveTo>
                    <a:pt x="383885" y="0"/>
                  </a:moveTo>
                  <a:lnTo>
                    <a:pt x="381571" y="0"/>
                  </a:lnTo>
                  <a:lnTo>
                    <a:pt x="0" y="67297"/>
                  </a:lnTo>
                  <a:lnTo>
                    <a:pt x="0" y="235473"/>
                  </a:lnTo>
                  <a:lnTo>
                    <a:pt x="383885" y="167768"/>
                  </a:lnTo>
                  <a:lnTo>
                    <a:pt x="38388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2973586" y="2964659"/>
              <a:ext cx="837702" cy="315515"/>
            </a:xfrm>
            <a:custGeom>
              <a:rect b="b" l="l" r="r" t="t"/>
              <a:pathLst>
                <a:path extrusionOk="0" h="315515" w="837702">
                  <a:moveTo>
                    <a:pt x="0" y="147745"/>
                  </a:moveTo>
                  <a:lnTo>
                    <a:pt x="0" y="315920"/>
                  </a:lnTo>
                  <a:lnTo>
                    <a:pt x="837703" y="168176"/>
                  </a:lnTo>
                  <a:lnTo>
                    <a:pt x="837703" y="0"/>
                  </a:lnTo>
                  <a:lnTo>
                    <a:pt x="0" y="147745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457200" y="-100"/>
            <a:ext cx="5486400" cy="18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457200" y="2383150"/>
            <a:ext cx="2563500" cy="22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9pPr>
          </a:lstStyle>
          <a:p/>
        </p:txBody>
      </p:sp>
      <p:sp>
        <p:nvSpPr>
          <p:cNvPr id="138" name="Google Shape;138;p20"/>
          <p:cNvSpPr txBox="1"/>
          <p:nvPr>
            <p:ph idx="2" type="body"/>
          </p:nvPr>
        </p:nvSpPr>
        <p:spPr>
          <a:xfrm>
            <a:off x="3290238" y="2383150"/>
            <a:ext cx="2563500" cy="22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9pPr>
          </a:lstStyle>
          <a:p/>
        </p:txBody>
      </p:sp>
      <p:sp>
        <p:nvSpPr>
          <p:cNvPr id="139" name="Google Shape;139;p20"/>
          <p:cNvSpPr txBox="1"/>
          <p:nvPr>
            <p:ph idx="3" type="body"/>
          </p:nvPr>
        </p:nvSpPr>
        <p:spPr>
          <a:xfrm>
            <a:off x="6123300" y="2383150"/>
            <a:ext cx="2563500" cy="22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▰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▰"/>
              <a:defRPr sz="1600"/>
            </a:lvl9pPr>
          </a:lstStyle>
          <a:p/>
        </p:txBody>
      </p:sp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259225" y="4674100"/>
            <a:ext cx="481500" cy="24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21"/>
          <p:cNvGrpSpPr/>
          <p:nvPr/>
        </p:nvGrpSpPr>
        <p:grpSpPr>
          <a:xfrm>
            <a:off x="-120" y="-106"/>
            <a:ext cx="9143821" cy="5143317"/>
            <a:chOff x="2973586" y="2777133"/>
            <a:chExt cx="2856819" cy="1606935"/>
          </a:xfrm>
        </p:grpSpPr>
        <p:sp>
          <p:nvSpPr>
            <p:cNvPr id="143" name="Google Shape;143;p21"/>
            <p:cNvSpPr/>
            <p:nvPr/>
          </p:nvSpPr>
          <p:spPr>
            <a:xfrm>
              <a:off x="2973586" y="2944901"/>
              <a:ext cx="2856819" cy="1439167"/>
            </a:xfrm>
            <a:custGeom>
              <a:rect b="b" l="l" r="r" t="t"/>
              <a:pathLst>
                <a:path extrusionOk="0" h="1439167" w="2856819">
                  <a:moveTo>
                    <a:pt x="0" y="1439576"/>
                  </a:moveTo>
                  <a:lnTo>
                    <a:pt x="2856819" y="1439576"/>
                  </a:lnTo>
                  <a:lnTo>
                    <a:pt x="2856819" y="0"/>
                  </a:lnTo>
                  <a:lnTo>
                    <a:pt x="0" y="503855"/>
                  </a:lnTo>
                  <a:lnTo>
                    <a:pt x="0" y="14395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3669936" y="2777133"/>
              <a:ext cx="1203732" cy="211335"/>
            </a:xfrm>
            <a:custGeom>
              <a:rect b="b" l="l" r="r" t="t"/>
              <a:pathLst>
                <a:path extrusionOk="0" h="211335" w="1203732">
                  <a:moveTo>
                    <a:pt x="251070" y="0"/>
                  </a:moveTo>
                  <a:lnTo>
                    <a:pt x="0" y="44281"/>
                  </a:lnTo>
                  <a:lnTo>
                    <a:pt x="0" y="212457"/>
                  </a:lnTo>
                  <a:lnTo>
                    <a:pt x="1204612" y="0"/>
                  </a:lnTo>
                  <a:lnTo>
                    <a:pt x="25107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2973586" y="2900141"/>
              <a:ext cx="249971" cy="211335"/>
            </a:xfrm>
            <a:custGeom>
              <a:rect b="b" l="l" r="r" t="t"/>
              <a:pathLst>
                <a:path extrusionOk="0" h="211335" w="249971">
                  <a:moveTo>
                    <a:pt x="0" y="44087"/>
                  </a:moveTo>
                  <a:lnTo>
                    <a:pt x="0" y="212263"/>
                  </a:lnTo>
                  <a:lnTo>
                    <a:pt x="249972" y="168176"/>
                  </a:lnTo>
                  <a:lnTo>
                    <a:pt x="249972" y="0"/>
                  </a:lnTo>
                  <a:lnTo>
                    <a:pt x="0" y="44087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2973586" y="3176135"/>
              <a:ext cx="592194" cy="272355"/>
            </a:xfrm>
            <a:custGeom>
              <a:rect b="b" l="l" r="r" t="t"/>
              <a:pathLst>
                <a:path extrusionOk="0" h="272355" w="592194">
                  <a:moveTo>
                    <a:pt x="0" y="104445"/>
                  </a:moveTo>
                  <a:lnTo>
                    <a:pt x="0" y="272620"/>
                  </a:lnTo>
                  <a:lnTo>
                    <a:pt x="592195" y="168176"/>
                  </a:lnTo>
                  <a:lnTo>
                    <a:pt x="592195" y="0"/>
                  </a:lnTo>
                  <a:lnTo>
                    <a:pt x="0" y="104445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5446520" y="2777133"/>
              <a:ext cx="383885" cy="235148"/>
            </a:xfrm>
            <a:custGeom>
              <a:rect b="b" l="l" r="r" t="t"/>
              <a:pathLst>
                <a:path extrusionOk="0" h="235148" w="383885">
                  <a:moveTo>
                    <a:pt x="383885" y="0"/>
                  </a:moveTo>
                  <a:lnTo>
                    <a:pt x="381571" y="0"/>
                  </a:lnTo>
                  <a:lnTo>
                    <a:pt x="0" y="67297"/>
                  </a:lnTo>
                  <a:lnTo>
                    <a:pt x="0" y="235473"/>
                  </a:lnTo>
                  <a:lnTo>
                    <a:pt x="383885" y="167768"/>
                  </a:lnTo>
                  <a:lnTo>
                    <a:pt x="38388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2973586" y="2964659"/>
              <a:ext cx="837702" cy="315515"/>
            </a:xfrm>
            <a:custGeom>
              <a:rect b="b" l="l" r="r" t="t"/>
              <a:pathLst>
                <a:path extrusionOk="0" h="315515" w="837702">
                  <a:moveTo>
                    <a:pt x="0" y="147745"/>
                  </a:moveTo>
                  <a:lnTo>
                    <a:pt x="0" y="315920"/>
                  </a:lnTo>
                  <a:lnTo>
                    <a:pt x="837703" y="168176"/>
                  </a:lnTo>
                  <a:lnTo>
                    <a:pt x="837703" y="0"/>
                  </a:lnTo>
                  <a:lnTo>
                    <a:pt x="0" y="147745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21"/>
          <p:cNvSpPr txBox="1"/>
          <p:nvPr>
            <p:ph type="title"/>
          </p:nvPr>
        </p:nvSpPr>
        <p:spPr>
          <a:xfrm>
            <a:off x="457200" y="-100"/>
            <a:ext cx="5486400" cy="18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259225" y="4674100"/>
            <a:ext cx="481500" cy="24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2"/>
          <p:cNvGrpSpPr/>
          <p:nvPr/>
        </p:nvGrpSpPr>
        <p:grpSpPr>
          <a:xfrm>
            <a:off x="-120" y="0"/>
            <a:ext cx="9143821" cy="5144623"/>
            <a:chOff x="2973586" y="0"/>
            <a:chExt cx="2856819" cy="1607343"/>
          </a:xfrm>
        </p:grpSpPr>
        <p:sp>
          <p:nvSpPr>
            <p:cNvPr id="153" name="Google Shape;153;p22"/>
            <p:cNvSpPr/>
            <p:nvPr/>
          </p:nvSpPr>
          <p:spPr>
            <a:xfrm>
              <a:off x="2973586" y="0"/>
              <a:ext cx="2856819" cy="1607343"/>
            </a:xfrm>
            <a:custGeom>
              <a:rect b="b" l="l" r="r" t="t"/>
              <a:pathLst>
                <a:path extrusionOk="0" h="1607343" w="2856819">
                  <a:moveTo>
                    <a:pt x="0" y="1607344"/>
                  </a:moveTo>
                  <a:lnTo>
                    <a:pt x="2856819" y="1607344"/>
                  </a:lnTo>
                  <a:lnTo>
                    <a:pt x="2856819" y="0"/>
                  </a:lnTo>
                  <a:lnTo>
                    <a:pt x="2854505" y="0"/>
                  </a:lnTo>
                  <a:lnTo>
                    <a:pt x="0" y="503447"/>
                  </a:lnTo>
                  <a:lnTo>
                    <a:pt x="0" y="16073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2"/>
            <p:cNvSpPr/>
            <p:nvPr/>
          </p:nvSpPr>
          <p:spPr>
            <a:xfrm>
              <a:off x="2973586" y="278850"/>
              <a:ext cx="319904" cy="223242"/>
            </a:xfrm>
            <a:custGeom>
              <a:rect b="b" l="l" r="r" t="t"/>
              <a:pathLst>
                <a:path extrusionOk="0" h="223242" w="319904">
                  <a:moveTo>
                    <a:pt x="0" y="56421"/>
                  </a:moveTo>
                  <a:lnTo>
                    <a:pt x="0" y="224597"/>
                  </a:lnTo>
                  <a:lnTo>
                    <a:pt x="319904" y="168176"/>
                  </a:lnTo>
                  <a:lnTo>
                    <a:pt x="319904" y="0"/>
                  </a:lnTo>
                  <a:lnTo>
                    <a:pt x="0" y="56421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2"/>
            <p:cNvSpPr/>
            <p:nvPr/>
          </p:nvSpPr>
          <p:spPr>
            <a:xfrm>
              <a:off x="4446633" y="0"/>
              <a:ext cx="1380795" cy="242589"/>
            </a:xfrm>
            <a:custGeom>
              <a:rect b="b" l="l" r="r" t="t"/>
              <a:pathLst>
                <a:path extrusionOk="0" h="242589" w="1380795">
                  <a:moveTo>
                    <a:pt x="427914" y="0"/>
                  </a:moveTo>
                  <a:lnTo>
                    <a:pt x="0" y="75471"/>
                  </a:lnTo>
                  <a:lnTo>
                    <a:pt x="0" y="243647"/>
                  </a:lnTo>
                  <a:lnTo>
                    <a:pt x="1381458" y="0"/>
                  </a:lnTo>
                  <a:lnTo>
                    <a:pt x="427914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2"/>
            <p:cNvSpPr/>
            <p:nvPr/>
          </p:nvSpPr>
          <p:spPr>
            <a:xfrm>
              <a:off x="2973586" y="131406"/>
              <a:ext cx="202358" cy="202406"/>
            </a:xfrm>
            <a:custGeom>
              <a:rect b="b" l="l" r="r" t="t"/>
              <a:pathLst>
                <a:path extrusionOk="0" h="202406" w="202358">
                  <a:moveTo>
                    <a:pt x="0" y="35689"/>
                  </a:moveTo>
                  <a:lnTo>
                    <a:pt x="0" y="203865"/>
                  </a:lnTo>
                  <a:lnTo>
                    <a:pt x="202358" y="168176"/>
                  </a:lnTo>
                  <a:lnTo>
                    <a:pt x="202358" y="0"/>
                  </a:lnTo>
                  <a:lnTo>
                    <a:pt x="0" y="3568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2"/>
            <p:cNvSpPr/>
            <p:nvPr/>
          </p:nvSpPr>
          <p:spPr>
            <a:xfrm>
              <a:off x="3669936" y="0"/>
              <a:ext cx="1203732" cy="211335"/>
            </a:xfrm>
            <a:custGeom>
              <a:rect b="b" l="l" r="r" t="t"/>
              <a:pathLst>
                <a:path extrusionOk="0" h="211335" w="1203732">
                  <a:moveTo>
                    <a:pt x="251070" y="0"/>
                  </a:moveTo>
                  <a:lnTo>
                    <a:pt x="0" y="44281"/>
                  </a:lnTo>
                  <a:lnTo>
                    <a:pt x="0" y="212457"/>
                  </a:lnTo>
                  <a:lnTo>
                    <a:pt x="1204612" y="0"/>
                  </a:lnTo>
                  <a:lnTo>
                    <a:pt x="251070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457200" y="1844275"/>
            <a:ext cx="2190000" cy="27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360"/>
              </a:spcBef>
              <a:spcAft>
                <a:spcPts val="0"/>
              </a:spcAft>
              <a:buSzPts val="1600"/>
              <a:buNone/>
              <a:defRPr sz="1600"/>
            </a:lvl1pPr>
          </a:lstStyle>
          <a:p/>
        </p:txBody>
      </p:sp>
      <p:sp>
        <p:nvSpPr>
          <p:cNvPr id="159" name="Google Shape;159;p22"/>
          <p:cNvSpPr txBox="1"/>
          <p:nvPr>
            <p:ph idx="12" type="sldNum"/>
          </p:nvPr>
        </p:nvSpPr>
        <p:spPr>
          <a:xfrm>
            <a:off x="259225" y="4674100"/>
            <a:ext cx="481500" cy="24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3"/>
          <p:cNvGrpSpPr/>
          <p:nvPr/>
        </p:nvGrpSpPr>
        <p:grpSpPr>
          <a:xfrm>
            <a:off x="-120" y="0"/>
            <a:ext cx="9143821" cy="5144623"/>
            <a:chOff x="2973586" y="0"/>
            <a:chExt cx="2856819" cy="1607343"/>
          </a:xfrm>
        </p:grpSpPr>
        <p:sp>
          <p:nvSpPr>
            <p:cNvPr id="162" name="Google Shape;162;p23"/>
            <p:cNvSpPr/>
            <p:nvPr/>
          </p:nvSpPr>
          <p:spPr>
            <a:xfrm>
              <a:off x="2973586" y="0"/>
              <a:ext cx="2856819" cy="1607343"/>
            </a:xfrm>
            <a:custGeom>
              <a:rect b="b" l="l" r="r" t="t"/>
              <a:pathLst>
                <a:path extrusionOk="0" h="1607343" w="2856819">
                  <a:moveTo>
                    <a:pt x="0" y="1607344"/>
                  </a:moveTo>
                  <a:lnTo>
                    <a:pt x="2856819" y="1607344"/>
                  </a:lnTo>
                  <a:lnTo>
                    <a:pt x="2856819" y="0"/>
                  </a:lnTo>
                  <a:lnTo>
                    <a:pt x="2854505" y="0"/>
                  </a:lnTo>
                  <a:lnTo>
                    <a:pt x="0" y="503447"/>
                  </a:lnTo>
                  <a:lnTo>
                    <a:pt x="0" y="16073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2973586" y="278850"/>
              <a:ext cx="319904" cy="223242"/>
            </a:xfrm>
            <a:custGeom>
              <a:rect b="b" l="l" r="r" t="t"/>
              <a:pathLst>
                <a:path extrusionOk="0" h="223242" w="319904">
                  <a:moveTo>
                    <a:pt x="0" y="56421"/>
                  </a:moveTo>
                  <a:lnTo>
                    <a:pt x="0" y="224597"/>
                  </a:lnTo>
                  <a:lnTo>
                    <a:pt x="319904" y="168176"/>
                  </a:lnTo>
                  <a:lnTo>
                    <a:pt x="319904" y="0"/>
                  </a:lnTo>
                  <a:lnTo>
                    <a:pt x="0" y="56421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4446633" y="0"/>
              <a:ext cx="1380795" cy="242589"/>
            </a:xfrm>
            <a:custGeom>
              <a:rect b="b" l="l" r="r" t="t"/>
              <a:pathLst>
                <a:path extrusionOk="0" h="242589" w="1380795">
                  <a:moveTo>
                    <a:pt x="427914" y="0"/>
                  </a:moveTo>
                  <a:lnTo>
                    <a:pt x="0" y="75471"/>
                  </a:lnTo>
                  <a:lnTo>
                    <a:pt x="0" y="243647"/>
                  </a:lnTo>
                  <a:lnTo>
                    <a:pt x="1381458" y="0"/>
                  </a:lnTo>
                  <a:lnTo>
                    <a:pt x="427914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2973586" y="131406"/>
              <a:ext cx="202358" cy="202406"/>
            </a:xfrm>
            <a:custGeom>
              <a:rect b="b" l="l" r="r" t="t"/>
              <a:pathLst>
                <a:path extrusionOk="0" h="202406" w="202358">
                  <a:moveTo>
                    <a:pt x="0" y="35689"/>
                  </a:moveTo>
                  <a:lnTo>
                    <a:pt x="0" y="203865"/>
                  </a:lnTo>
                  <a:lnTo>
                    <a:pt x="202358" y="168176"/>
                  </a:lnTo>
                  <a:lnTo>
                    <a:pt x="202358" y="0"/>
                  </a:lnTo>
                  <a:lnTo>
                    <a:pt x="0" y="35689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3"/>
            <p:cNvSpPr/>
            <p:nvPr/>
          </p:nvSpPr>
          <p:spPr>
            <a:xfrm>
              <a:off x="3669936" y="0"/>
              <a:ext cx="1203732" cy="211335"/>
            </a:xfrm>
            <a:custGeom>
              <a:rect b="b" l="l" r="r" t="t"/>
              <a:pathLst>
                <a:path extrusionOk="0" h="211335" w="1203732">
                  <a:moveTo>
                    <a:pt x="251070" y="0"/>
                  </a:moveTo>
                  <a:lnTo>
                    <a:pt x="0" y="44281"/>
                  </a:lnTo>
                  <a:lnTo>
                    <a:pt x="0" y="212457"/>
                  </a:lnTo>
                  <a:lnTo>
                    <a:pt x="1204612" y="0"/>
                  </a:lnTo>
                  <a:lnTo>
                    <a:pt x="251070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259225" y="4674100"/>
            <a:ext cx="481500" cy="24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 background">
  <p:cSld name="BLANK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4"/>
          <p:cNvGrpSpPr/>
          <p:nvPr/>
        </p:nvGrpSpPr>
        <p:grpSpPr>
          <a:xfrm>
            <a:off x="-238" y="-200"/>
            <a:ext cx="9143821" cy="5143302"/>
            <a:chOff x="6316957" y="5250656"/>
            <a:chExt cx="2856819" cy="1606930"/>
          </a:xfrm>
        </p:grpSpPr>
        <p:sp>
          <p:nvSpPr>
            <p:cNvPr id="170" name="Google Shape;170;p24"/>
            <p:cNvSpPr/>
            <p:nvPr/>
          </p:nvSpPr>
          <p:spPr>
            <a:xfrm>
              <a:off x="6316957" y="6351571"/>
              <a:ext cx="2856819" cy="506015"/>
            </a:xfrm>
            <a:custGeom>
              <a:rect b="b" l="l" r="r" t="t"/>
              <a:pathLst>
                <a:path extrusionOk="0" h="506015" w="2856819">
                  <a:moveTo>
                    <a:pt x="0" y="506429"/>
                  </a:moveTo>
                  <a:lnTo>
                    <a:pt x="2856819" y="506429"/>
                  </a:lnTo>
                  <a:lnTo>
                    <a:pt x="2856819" y="0"/>
                  </a:lnTo>
                  <a:lnTo>
                    <a:pt x="0" y="503856"/>
                  </a:lnTo>
                  <a:lnTo>
                    <a:pt x="0" y="5064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4"/>
            <p:cNvSpPr/>
            <p:nvPr/>
          </p:nvSpPr>
          <p:spPr>
            <a:xfrm>
              <a:off x="7306428" y="5250656"/>
              <a:ext cx="1434361" cy="253007"/>
            </a:xfrm>
            <a:custGeom>
              <a:rect b="b" l="l" r="r" t="t"/>
              <a:pathLst>
                <a:path extrusionOk="0" h="253007" w="1434361">
                  <a:moveTo>
                    <a:pt x="481099" y="0"/>
                  </a:moveTo>
                  <a:lnTo>
                    <a:pt x="0" y="84851"/>
                  </a:lnTo>
                  <a:lnTo>
                    <a:pt x="0" y="253027"/>
                  </a:lnTo>
                  <a:lnTo>
                    <a:pt x="1434642" y="0"/>
                  </a:lnTo>
                  <a:lnTo>
                    <a:pt x="481099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4"/>
            <p:cNvSpPr/>
            <p:nvPr/>
          </p:nvSpPr>
          <p:spPr>
            <a:xfrm>
              <a:off x="6316957" y="6512738"/>
              <a:ext cx="989471" cy="342304"/>
            </a:xfrm>
            <a:custGeom>
              <a:rect b="b" l="l" r="r" t="t"/>
              <a:pathLst>
                <a:path extrusionOk="0" h="342304" w="989471">
                  <a:moveTo>
                    <a:pt x="0" y="174513"/>
                  </a:moveTo>
                  <a:lnTo>
                    <a:pt x="0" y="342688"/>
                  </a:lnTo>
                  <a:lnTo>
                    <a:pt x="989471" y="168176"/>
                  </a:lnTo>
                  <a:lnTo>
                    <a:pt x="989471" y="0"/>
                  </a:lnTo>
                  <a:lnTo>
                    <a:pt x="0" y="174513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8885118" y="6183395"/>
              <a:ext cx="288657" cy="218777"/>
            </a:xfrm>
            <a:custGeom>
              <a:rect b="b" l="l" r="r" t="t"/>
              <a:pathLst>
                <a:path extrusionOk="0" h="218777" w="288657">
                  <a:moveTo>
                    <a:pt x="288658" y="0"/>
                  </a:moveTo>
                  <a:lnTo>
                    <a:pt x="0" y="50911"/>
                  </a:lnTo>
                  <a:lnTo>
                    <a:pt x="0" y="219087"/>
                  </a:lnTo>
                  <a:lnTo>
                    <a:pt x="288658" y="168176"/>
                  </a:lnTo>
                  <a:lnTo>
                    <a:pt x="288658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6316957" y="6431950"/>
              <a:ext cx="493991" cy="254496"/>
            </a:xfrm>
            <a:custGeom>
              <a:rect b="b" l="l" r="r" t="t"/>
              <a:pathLst>
                <a:path extrusionOk="0" h="254496" w="493991">
                  <a:moveTo>
                    <a:pt x="0" y="87125"/>
                  </a:moveTo>
                  <a:lnTo>
                    <a:pt x="0" y="255301"/>
                  </a:lnTo>
                  <a:lnTo>
                    <a:pt x="493992" y="168176"/>
                  </a:lnTo>
                  <a:lnTo>
                    <a:pt x="493992" y="0"/>
                  </a:lnTo>
                  <a:lnTo>
                    <a:pt x="0" y="87125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9029447" y="6015219"/>
              <a:ext cx="144328" cy="193476"/>
            </a:xfrm>
            <a:custGeom>
              <a:rect b="b" l="l" r="r" t="t"/>
              <a:pathLst>
                <a:path extrusionOk="0" h="193476" w="144328">
                  <a:moveTo>
                    <a:pt x="144329" y="0"/>
                  </a:moveTo>
                  <a:lnTo>
                    <a:pt x="0" y="25456"/>
                  </a:lnTo>
                  <a:lnTo>
                    <a:pt x="0" y="193632"/>
                  </a:lnTo>
                  <a:lnTo>
                    <a:pt x="144329" y="168176"/>
                  </a:lnTo>
                  <a:lnTo>
                    <a:pt x="144329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8224479" y="5847043"/>
              <a:ext cx="949297" cy="334863"/>
            </a:xfrm>
            <a:custGeom>
              <a:rect b="b" l="l" r="r" t="t"/>
              <a:pathLst>
                <a:path extrusionOk="0" h="334863" w="949297">
                  <a:moveTo>
                    <a:pt x="949297" y="0"/>
                  </a:moveTo>
                  <a:lnTo>
                    <a:pt x="0" y="167427"/>
                  </a:lnTo>
                  <a:lnTo>
                    <a:pt x="0" y="335603"/>
                  </a:lnTo>
                  <a:lnTo>
                    <a:pt x="949297" y="168176"/>
                  </a:lnTo>
                  <a:lnTo>
                    <a:pt x="949297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4705"/>
                  </a:srgbClr>
                </a:gs>
                <a:gs pos="100000">
                  <a:srgbClr val="FFFFFF">
                    <a:alpha val="11764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6677035" y="5840035"/>
              <a:ext cx="629392" cy="278308"/>
            </a:xfrm>
            <a:custGeom>
              <a:rect b="b" l="l" r="r" t="t"/>
              <a:pathLst>
                <a:path extrusionOk="0" h="278308" w="629392">
                  <a:moveTo>
                    <a:pt x="0" y="111005"/>
                  </a:moveTo>
                  <a:lnTo>
                    <a:pt x="0" y="279181"/>
                  </a:lnTo>
                  <a:lnTo>
                    <a:pt x="629393" y="168176"/>
                  </a:lnTo>
                  <a:lnTo>
                    <a:pt x="629393" y="0"/>
                  </a:lnTo>
                  <a:lnTo>
                    <a:pt x="0" y="111005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7843"/>
                  </a:srgbClr>
                </a:gs>
                <a:gs pos="100000">
                  <a:srgbClr val="00001A">
                    <a:alpha val="1960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6316957" y="5716734"/>
              <a:ext cx="735035" cy="297656"/>
            </a:xfrm>
            <a:custGeom>
              <a:rect b="b" l="l" r="r" t="t"/>
              <a:pathLst>
                <a:path extrusionOk="0" h="297656" w="735035">
                  <a:moveTo>
                    <a:pt x="0" y="129638"/>
                  </a:moveTo>
                  <a:lnTo>
                    <a:pt x="0" y="297814"/>
                  </a:lnTo>
                  <a:lnTo>
                    <a:pt x="735036" y="168176"/>
                  </a:lnTo>
                  <a:lnTo>
                    <a:pt x="735036" y="0"/>
                  </a:lnTo>
                  <a:lnTo>
                    <a:pt x="0" y="12963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11764"/>
                  </a:srgbClr>
                </a:gs>
                <a:gs pos="100000">
                  <a:srgbClr val="FFFFFF">
                    <a:alpha val="4705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8703591" y="5342516"/>
              <a:ext cx="470184" cy="250031"/>
            </a:xfrm>
            <a:custGeom>
              <a:rect b="b" l="l" r="r" t="t"/>
              <a:pathLst>
                <a:path extrusionOk="0" h="250031" w="470184">
                  <a:moveTo>
                    <a:pt x="470185" y="0"/>
                  </a:moveTo>
                  <a:lnTo>
                    <a:pt x="0" y="82927"/>
                  </a:lnTo>
                  <a:lnTo>
                    <a:pt x="0" y="251103"/>
                  </a:lnTo>
                  <a:lnTo>
                    <a:pt x="470185" y="168176"/>
                  </a:lnTo>
                  <a:lnTo>
                    <a:pt x="470185" y="0"/>
                  </a:lnTo>
                  <a:close/>
                </a:path>
              </a:pathLst>
            </a:custGeom>
            <a:gradFill>
              <a:gsLst>
                <a:gs pos="0">
                  <a:srgbClr val="00001A">
                    <a:alpha val="1960"/>
                  </a:srgbClr>
                </a:gs>
                <a:gs pos="100000">
                  <a:srgbClr val="00001A">
                    <a:alpha val="7843"/>
                  </a:srgbClr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24"/>
          <p:cNvSpPr txBox="1"/>
          <p:nvPr>
            <p:ph idx="12" type="sldNum"/>
          </p:nvPr>
        </p:nvSpPr>
        <p:spPr>
          <a:xfrm>
            <a:off x="259225" y="4674100"/>
            <a:ext cx="481500" cy="24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gradFill>
          <a:gsLst>
            <a:gs pos="0">
              <a:srgbClr val="2CA388"/>
            </a:gs>
            <a:gs pos="100000">
              <a:srgbClr val="A6D683"/>
            </a:gs>
          </a:gsLst>
          <a:lin ang="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-100"/>
            <a:ext cx="5486400" cy="1814400"/>
          </a:xfrm>
          <a:prstGeom prst="rect">
            <a:avLst/>
          </a:prstGeom>
          <a:noFill/>
          <a:ln>
            <a:noFill/>
          </a:ln>
          <a:effectLst>
            <a:outerShdw blurRad="28575" rotWithShape="0" algn="bl" dir="5400000" dist="9525">
              <a:srgbClr val="00001A">
                <a:alpha val="15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Slab"/>
              <a:buNone/>
              <a:defRPr b="1" sz="3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Slab"/>
              <a:buNone/>
              <a:defRPr b="1" sz="3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Slab"/>
              <a:buNone/>
              <a:defRPr b="1" sz="3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Slab"/>
              <a:buNone/>
              <a:defRPr b="1" sz="3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Slab"/>
              <a:buNone/>
              <a:defRPr b="1" sz="3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Slab"/>
              <a:buNone/>
              <a:defRPr b="1" sz="3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Slab"/>
              <a:buNone/>
              <a:defRPr b="1" sz="3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Slab"/>
              <a:buNone/>
              <a:defRPr b="1" sz="3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 Slab"/>
              <a:buNone/>
              <a:defRPr b="1" sz="3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200400" y="1909300"/>
            <a:ext cx="54864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A6D683"/>
              </a:buClr>
              <a:buSzPts val="2400"/>
              <a:buFont typeface="Chivo"/>
              <a:buChar char="▰"/>
              <a:defRPr sz="2400">
                <a:solidFill>
                  <a:srgbClr val="00001A"/>
                </a:solidFill>
                <a:latin typeface="Chivo"/>
                <a:ea typeface="Chivo"/>
                <a:cs typeface="Chivo"/>
                <a:sym typeface="Chivo"/>
              </a:defRPr>
            </a:lvl1pPr>
            <a:lvl2pPr indent="-3810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2400"/>
              <a:buFont typeface="Chivo"/>
              <a:buChar char="▰"/>
              <a:defRPr sz="2400">
                <a:solidFill>
                  <a:srgbClr val="00001A"/>
                </a:solidFill>
                <a:latin typeface="Chivo"/>
                <a:ea typeface="Chivo"/>
                <a:cs typeface="Chivo"/>
                <a:sym typeface="Chivo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2400"/>
              <a:buFont typeface="Chivo"/>
              <a:buChar char="▰"/>
              <a:defRPr sz="2400">
                <a:solidFill>
                  <a:srgbClr val="00001A"/>
                </a:solidFill>
                <a:latin typeface="Chivo"/>
                <a:ea typeface="Chivo"/>
                <a:cs typeface="Chivo"/>
                <a:sym typeface="Chivo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2400"/>
              <a:buFont typeface="Chivo"/>
              <a:buChar char="▰"/>
              <a:defRPr sz="2400">
                <a:solidFill>
                  <a:srgbClr val="00001A"/>
                </a:solidFill>
                <a:latin typeface="Chivo"/>
                <a:ea typeface="Chivo"/>
                <a:cs typeface="Chivo"/>
                <a:sym typeface="Chivo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2400"/>
              <a:buFont typeface="Chivo"/>
              <a:buChar char="▰"/>
              <a:defRPr sz="2400">
                <a:solidFill>
                  <a:srgbClr val="00001A"/>
                </a:solidFill>
                <a:latin typeface="Chivo"/>
                <a:ea typeface="Chivo"/>
                <a:cs typeface="Chivo"/>
                <a:sym typeface="Chivo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2400"/>
              <a:buFont typeface="Chivo"/>
              <a:buChar char="▰"/>
              <a:defRPr sz="2400">
                <a:solidFill>
                  <a:srgbClr val="00001A"/>
                </a:solidFill>
                <a:latin typeface="Chivo"/>
                <a:ea typeface="Chivo"/>
                <a:cs typeface="Chivo"/>
                <a:sym typeface="Chivo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2400"/>
              <a:buFont typeface="Chivo"/>
              <a:buChar char="▰"/>
              <a:defRPr sz="2400">
                <a:solidFill>
                  <a:srgbClr val="00001A"/>
                </a:solidFill>
                <a:latin typeface="Chivo"/>
                <a:ea typeface="Chivo"/>
                <a:cs typeface="Chivo"/>
                <a:sym typeface="Chivo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2400"/>
              <a:buFont typeface="Chivo"/>
              <a:buChar char="▰"/>
              <a:defRPr sz="2400">
                <a:solidFill>
                  <a:srgbClr val="00001A"/>
                </a:solidFill>
                <a:latin typeface="Chivo"/>
                <a:ea typeface="Chivo"/>
                <a:cs typeface="Chivo"/>
                <a:sym typeface="Chivo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2400"/>
              <a:buFont typeface="Chivo"/>
              <a:buChar char="▰"/>
              <a:defRPr sz="2400">
                <a:solidFill>
                  <a:srgbClr val="00001A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259225" y="4674100"/>
            <a:ext cx="4815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 sz="1200">
                <a:solidFill>
                  <a:srgbClr val="9EB3C2"/>
                </a:solidFill>
                <a:latin typeface="Chivo"/>
                <a:ea typeface="Chivo"/>
                <a:cs typeface="Chivo"/>
                <a:sym typeface="Chivo"/>
              </a:defRPr>
            </a:lvl1pPr>
            <a:lvl2pPr lvl="1" rtl="0">
              <a:buNone/>
              <a:defRPr sz="1200">
                <a:solidFill>
                  <a:srgbClr val="9EB3C2"/>
                </a:solidFill>
                <a:latin typeface="Chivo"/>
                <a:ea typeface="Chivo"/>
                <a:cs typeface="Chivo"/>
                <a:sym typeface="Chivo"/>
              </a:defRPr>
            </a:lvl2pPr>
            <a:lvl3pPr lvl="2" rtl="0">
              <a:buNone/>
              <a:defRPr sz="1200">
                <a:solidFill>
                  <a:srgbClr val="9EB3C2"/>
                </a:solidFill>
                <a:latin typeface="Chivo"/>
                <a:ea typeface="Chivo"/>
                <a:cs typeface="Chivo"/>
                <a:sym typeface="Chivo"/>
              </a:defRPr>
            </a:lvl3pPr>
            <a:lvl4pPr lvl="3" rtl="0">
              <a:buNone/>
              <a:defRPr sz="1200">
                <a:solidFill>
                  <a:srgbClr val="9EB3C2"/>
                </a:solidFill>
                <a:latin typeface="Chivo"/>
                <a:ea typeface="Chivo"/>
                <a:cs typeface="Chivo"/>
                <a:sym typeface="Chivo"/>
              </a:defRPr>
            </a:lvl4pPr>
            <a:lvl5pPr lvl="4" rtl="0">
              <a:buNone/>
              <a:defRPr sz="1200">
                <a:solidFill>
                  <a:srgbClr val="9EB3C2"/>
                </a:solidFill>
                <a:latin typeface="Chivo"/>
                <a:ea typeface="Chivo"/>
                <a:cs typeface="Chivo"/>
                <a:sym typeface="Chivo"/>
              </a:defRPr>
            </a:lvl5pPr>
            <a:lvl6pPr lvl="5" rtl="0">
              <a:buNone/>
              <a:defRPr sz="1200">
                <a:solidFill>
                  <a:srgbClr val="9EB3C2"/>
                </a:solidFill>
                <a:latin typeface="Chivo"/>
                <a:ea typeface="Chivo"/>
                <a:cs typeface="Chivo"/>
                <a:sym typeface="Chivo"/>
              </a:defRPr>
            </a:lvl6pPr>
            <a:lvl7pPr lvl="6" rtl="0">
              <a:buNone/>
              <a:defRPr sz="1200">
                <a:solidFill>
                  <a:srgbClr val="9EB3C2"/>
                </a:solidFill>
                <a:latin typeface="Chivo"/>
                <a:ea typeface="Chivo"/>
                <a:cs typeface="Chivo"/>
                <a:sym typeface="Chivo"/>
              </a:defRPr>
            </a:lvl7pPr>
            <a:lvl8pPr lvl="7" rtl="0">
              <a:buNone/>
              <a:defRPr sz="1200">
                <a:solidFill>
                  <a:srgbClr val="9EB3C2"/>
                </a:solidFill>
                <a:latin typeface="Chivo"/>
                <a:ea typeface="Chivo"/>
                <a:cs typeface="Chivo"/>
                <a:sym typeface="Chivo"/>
              </a:defRPr>
            </a:lvl8pPr>
            <a:lvl9pPr lvl="8" rtl="0">
              <a:buNone/>
              <a:defRPr sz="1200">
                <a:solidFill>
                  <a:srgbClr val="9EB3C2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5"/>
          <p:cNvGrpSpPr/>
          <p:nvPr/>
        </p:nvGrpSpPr>
        <p:grpSpPr>
          <a:xfrm>
            <a:off x="5016682" y="4497450"/>
            <a:ext cx="4051124" cy="493651"/>
            <a:chOff x="5092882" y="4649850"/>
            <a:chExt cx="4051124" cy="493651"/>
          </a:xfrm>
        </p:grpSpPr>
        <p:pic>
          <p:nvPicPr>
            <p:cNvPr id="186" name="Google Shape;18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64332" y="4649850"/>
              <a:ext cx="2679674" cy="493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92882" y="4649851"/>
              <a:ext cx="1315719" cy="493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8" name="Google Shape;188;p25"/>
          <p:cNvSpPr txBox="1"/>
          <p:nvPr>
            <p:ph idx="4294967295" type="body"/>
          </p:nvPr>
        </p:nvSpPr>
        <p:spPr>
          <a:xfrm>
            <a:off x="4712700" y="1295425"/>
            <a:ext cx="4355100" cy="181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A6D683"/>
              </a:buClr>
              <a:buSzPts val="1800"/>
              <a:buChar char="▰"/>
            </a:pPr>
            <a:r>
              <a:rPr b="1" lang="pt-PT" sz="1800">
                <a:solidFill>
                  <a:srgbClr val="FFFFFF"/>
                </a:solidFill>
              </a:rPr>
              <a:t>Inteligência Artificial</a:t>
            </a:r>
            <a:endParaRPr b="1"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6D683"/>
              </a:buClr>
              <a:buSzPts val="1800"/>
              <a:buChar char="▰"/>
            </a:pPr>
            <a:r>
              <a:rPr b="1" lang="pt-PT" sz="1800">
                <a:solidFill>
                  <a:srgbClr val="FFFFFF"/>
                </a:solidFill>
              </a:rPr>
              <a:t>L. Engenharia Informática 19/20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</a:rPr>
              <a:t>	</a:t>
            </a:r>
            <a:endParaRPr b="1" sz="1800">
              <a:solidFill>
                <a:srgbClr val="FFFFF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BFD8EB"/>
              </a:buClr>
              <a:buSzPts val="1800"/>
              <a:buChar char="▰"/>
            </a:pPr>
            <a:r>
              <a:rPr b="1" lang="pt-PT" sz="1800">
                <a:solidFill>
                  <a:srgbClr val="FFFFFF"/>
                </a:solidFill>
              </a:rPr>
              <a:t>89296: Tomás Batista</a:t>
            </a:r>
            <a:endParaRPr b="1" sz="1800">
              <a:solidFill>
                <a:srgbClr val="FFFFF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D8EB"/>
              </a:buClr>
              <a:buSzPts val="1800"/>
              <a:buChar char="▰"/>
            </a:pPr>
            <a:r>
              <a:rPr b="1" lang="pt-PT" sz="1800">
                <a:solidFill>
                  <a:srgbClr val="FFFFFF"/>
                </a:solidFill>
              </a:rPr>
              <a:t>88887: Flávia Figueiredo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89" name="Google Shape;189;p25"/>
          <p:cNvSpPr txBox="1"/>
          <p:nvPr>
            <p:ph type="ctrTitle"/>
          </p:nvPr>
        </p:nvSpPr>
        <p:spPr>
          <a:xfrm>
            <a:off x="369475" y="367875"/>
            <a:ext cx="3734700" cy="13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800"/>
              <a:t>Bomberman</a:t>
            </a:r>
            <a:endParaRPr sz="4800"/>
          </a:p>
          <a:p>
            <a:pPr indent="-419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b="0" lang="pt-PT" sz="3000"/>
              <a:t>Agente autónomo</a:t>
            </a:r>
            <a:endParaRPr b="0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521375" y="160300"/>
            <a:ext cx="5486400" cy="1047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Decisões</a:t>
            </a:r>
            <a:endParaRPr/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100" y="2035798"/>
            <a:ext cx="7399800" cy="31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576250" y="275850"/>
            <a:ext cx="5486400" cy="100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Escolha de inimigo/parede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 local da bomba</a:t>
            </a:r>
            <a:endParaRPr/>
          </a:p>
        </p:txBody>
      </p:sp>
      <p:sp>
        <p:nvSpPr>
          <p:cNvPr id="201" name="Google Shape;201;p27"/>
          <p:cNvSpPr txBox="1"/>
          <p:nvPr>
            <p:ph idx="1" type="body"/>
          </p:nvPr>
        </p:nvSpPr>
        <p:spPr>
          <a:xfrm>
            <a:off x="576250" y="2134225"/>
            <a:ext cx="7992600" cy="25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600"/>
              <a:t>O nosso algoritmo começa por procurar pela parede/inimigo (depende do argumento passado à função) mais próximo do Bomberman. </a:t>
            </a:r>
            <a:endParaRPr sz="16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600"/>
              <a:t>Para saber o alvo mais próximo recorremos ao cálculo da hipotenusa para todos os alvos (paredes ou inimigos), o que tiver o valor mais baixo é o escolhido.</a:t>
            </a:r>
            <a:endParaRPr sz="1600"/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600"/>
              <a:t>Para saber qual a melhor posição para colocar a bomba (acima, abaixo, à direita ou à esquerda do inimigo) para destruir o alvo, calculamos a distância em relação a cada um dos pontos. A melhor posição é a escolhida e o Bomberman avança para a casa escolhida.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457200" y="100925"/>
            <a:ext cx="5486400" cy="11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</a:rPr>
              <a:t>Escolha da casa segura ao detonar uma bomba</a:t>
            </a:r>
            <a:endParaRPr/>
          </a:p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457200" y="2070200"/>
            <a:ext cx="6848100" cy="26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600"/>
              <a:t>Implementámos um algoritmo de fuga para, como no 1º exemplo, não escolhe fugir para o lado direito porque o inimigo se encontra à direita da bomba plantada. 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600"/>
              <a:t>Funciona para todas as direções: cima, baixo, esquerda. direita.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600"/>
              <a:t>Contudo, não é utilizada a técnica se não tiver fuga. No 2º exemplo, apesar de o inimigo estar acima, ele não pode fugir para baixo.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600"/>
              <a:t>Após uma pesquisa deparámo-nos com 2 casos possíveis que vamos descrever de seguida.</a:t>
            </a:r>
            <a:endParaRPr sz="1600"/>
          </a:p>
        </p:txBody>
      </p:sp>
      <p:grpSp>
        <p:nvGrpSpPr>
          <p:cNvPr id="208" name="Google Shape;208;p28"/>
          <p:cNvGrpSpPr/>
          <p:nvPr/>
        </p:nvGrpSpPr>
        <p:grpSpPr>
          <a:xfrm>
            <a:off x="7305304" y="2179513"/>
            <a:ext cx="1733860" cy="2534463"/>
            <a:chOff x="7305304" y="2179513"/>
            <a:chExt cx="1733860" cy="2534463"/>
          </a:xfrm>
        </p:grpSpPr>
        <p:grpSp>
          <p:nvGrpSpPr>
            <p:cNvPr id="209" name="Google Shape;209;p28"/>
            <p:cNvGrpSpPr/>
            <p:nvPr/>
          </p:nvGrpSpPr>
          <p:grpSpPr>
            <a:xfrm>
              <a:off x="7305304" y="2179512"/>
              <a:ext cx="1733860" cy="2385363"/>
              <a:chOff x="7305279" y="2288838"/>
              <a:chExt cx="1733860" cy="2385363"/>
            </a:xfrm>
          </p:grpSpPr>
          <p:pic>
            <p:nvPicPr>
              <p:cNvPr id="210" name="Google Shape;210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305279" y="2288838"/>
                <a:ext cx="1733860" cy="840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" name="Google Shape;211;p2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389478" y="3545600"/>
                <a:ext cx="1565478" cy="1128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2" name="Google Shape;212;p28"/>
            <p:cNvSpPr txBox="1"/>
            <p:nvPr/>
          </p:nvSpPr>
          <p:spPr>
            <a:xfrm>
              <a:off x="7389525" y="3003500"/>
              <a:ext cx="1565400" cy="22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>
                  <a:latin typeface="Chivo"/>
                  <a:ea typeface="Chivo"/>
                  <a:cs typeface="Chivo"/>
                  <a:sym typeface="Chivo"/>
                </a:rPr>
                <a:t>Exemplo 1</a:t>
              </a:r>
              <a:endParaRPr>
                <a:latin typeface="Chivo"/>
                <a:ea typeface="Chivo"/>
                <a:cs typeface="Chivo"/>
                <a:sym typeface="Chivo"/>
              </a:endParaRPr>
            </a:p>
          </p:txBody>
        </p:sp>
        <p:sp>
          <p:nvSpPr>
            <p:cNvPr id="213" name="Google Shape;213;p28"/>
            <p:cNvSpPr txBox="1"/>
            <p:nvPr/>
          </p:nvSpPr>
          <p:spPr>
            <a:xfrm>
              <a:off x="7389525" y="4488675"/>
              <a:ext cx="1565400" cy="22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>
                  <a:latin typeface="Chivo"/>
                  <a:ea typeface="Chivo"/>
                  <a:cs typeface="Chivo"/>
                  <a:sym typeface="Chivo"/>
                </a:rPr>
                <a:t>Exemplo 2</a:t>
              </a:r>
              <a:endParaRPr>
                <a:latin typeface="Chivo"/>
                <a:ea typeface="Chivo"/>
                <a:cs typeface="Chivo"/>
                <a:sym typeface="Chiv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5275" y="1284862"/>
            <a:ext cx="1498731" cy="19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0175" y="3467525"/>
            <a:ext cx="2023825" cy="150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 txBox="1"/>
          <p:nvPr/>
        </p:nvSpPr>
        <p:spPr>
          <a:xfrm rot="-572151">
            <a:off x="1741177" y="1368607"/>
            <a:ext cx="1037638" cy="3221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Slab Regular"/>
              <a:ea typeface="Roboto Slab Regular"/>
              <a:cs typeface="Roboto Slab Regular"/>
              <a:sym typeface="Roboto Slab Regular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427725" y="2129875"/>
            <a:ext cx="6583200" cy="29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latin typeface="Chivo"/>
                <a:ea typeface="Chivo"/>
                <a:cs typeface="Chivo"/>
                <a:sym typeface="Chivo"/>
              </a:rPr>
              <a:t>O caso 1 ocorre quando o bomberman tem uma parede (destrutíveis ou não) em cima e em baixo ou à esquerda e à direita a bloqueá-lo. </a:t>
            </a:r>
            <a:endParaRPr sz="1600">
              <a:latin typeface="Chivo"/>
              <a:ea typeface="Chivo"/>
              <a:cs typeface="Chivo"/>
              <a:sym typeface="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latin typeface="Chivo"/>
                <a:ea typeface="Chivo"/>
                <a:cs typeface="Chivo"/>
                <a:sym typeface="Chivo"/>
              </a:rPr>
              <a:t>As 4 posições seguras de fuga deste caso são as exemplificadas na imagem onde se encontra o Bomberman. Temos 2 exemplos, bloqueado horizontal e verticalmente.</a:t>
            </a:r>
            <a:endParaRPr sz="1600">
              <a:latin typeface="Chivo"/>
              <a:ea typeface="Chivo"/>
              <a:cs typeface="Chivo"/>
              <a:sym typeface="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latin typeface="Chivo"/>
              <a:ea typeface="Chivo"/>
              <a:cs typeface="Chivo"/>
              <a:sym typeface="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 u="sng">
                <a:latin typeface="Chivo"/>
                <a:ea typeface="Chivo"/>
                <a:cs typeface="Chivo"/>
                <a:sym typeface="Chivo"/>
              </a:rPr>
              <a:t>Posições</a:t>
            </a:r>
            <a:r>
              <a:rPr lang="pt-PT" sz="1600">
                <a:latin typeface="Chivo"/>
                <a:ea typeface="Chivo"/>
                <a:cs typeface="Chivo"/>
                <a:sym typeface="Chivo"/>
              </a:rPr>
              <a:t>: </a:t>
            </a:r>
            <a:r>
              <a:rPr b="1" lang="pt-PT" sz="1600">
                <a:latin typeface="Chivo"/>
                <a:ea typeface="Chivo"/>
                <a:cs typeface="Chivo"/>
                <a:sym typeface="Chivo"/>
              </a:rPr>
              <a:t>[x-1, y-1]</a:t>
            </a:r>
            <a:r>
              <a:rPr lang="pt-PT" sz="1600">
                <a:latin typeface="Chivo"/>
                <a:ea typeface="Chivo"/>
                <a:cs typeface="Chivo"/>
                <a:sym typeface="Chivo"/>
              </a:rPr>
              <a:t>, </a:t>
            </a:r>
            <a:r>
              <a:rPr b="1" lang="pt-PT" sz="1600">
                <a:latin typeface="Chivo"/>
                <a:ea typeface="Chivo"/>
                <a:cs typeface="Chivo"/>
                <a:sym typeface="Chivo"/>
              </a:rPr>
              <a:t>[x-1, y+1]</a:t>
            </a:r>
            <a:r>
              <a:rPr lang="pt-PT" sz="1600">
                <a:latin typeface="Chivo"/>
                <a:ea typeface="Chivo"/>
                <a:cs typeface="Chivo"/>
                <a:sym typeface="Chivo"/>
              </a:rPr>
              <a:t>, </a:t>
            </a:r>
            <a:r>
              <a:rPr b="1" lang="pt-PT" sz="1600">
                <a:latin typeface="Chivo"/>
                <a:ea typeface="Chivo"/>
                <a:cs typeface="Chivo"/>
                <a:sym typeface="Chivo"/>
              </a:rPr>
              <a:t>[x+1, y-1]</a:t>
            </a:r>
            <a:r>
              <a:rPr lang="pt-PT" sz="1600">
                <a:latin typeface="Chivo"/>
                <a:ea typeface="Chivo"/>
                <a:cs typeface="Chivo"/>
                <a:sym typeface="Chivo"/>
              </a:rPr>
              <a:t>, </a:t>
            </a:r>
            <a:r>
              <a:rPr b="1" lang="pt-PT" sz="1600">
                <a:latin typeface="Chivo"/>
                <a:ea typeface="Chivo"/>
                <a:cs typeface="Chivo"/>
                <a:sym typeface="Chivo"/>
              </a:rPr>
              <a:t>[x+1, y+1]</a:t>
            </a:r>
            <a:r>
              <a:rPr lang="pt-PT" sz="1600">
                <a:latin typeface="Chivo"/>
                <a:ea typeface="Chivo"/>
                <a:cs typeface="Chivo"/>
                <a:sym typeface="Chivo"/>
              </a:rPr>
              <a:t>, todas elas em relação à posição da bomba plantada.</a:t>
            </a:r>
            <a:endParaRPr sz="1600">
              <a:latin typeface="Chivo"/>
              <a:ea typeface="Chivo"/>
              <a:cs typeface="Chivo"/>
              <a:sym typeface="Chivo"/>
            </a:endParaRPr>
          </a:p>
        </p:txBody>
      </p:sp>
      <p:sp>
        <p:nvSpPr>
          <p:cNvPr id="222" name="Google Shape;222;p29"/>
          <p:cNvSpPr txBox="1"/>
          <p:nvPr>
            <p:ph type="title"/>
          </p:nvPr>
        </p:nvSpPr>
        <p:spPr>
          <a:xfrm>
            <a:off x="427725" y="316850"/>
            <a:ext cx="7284300" cy="7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Escolha da casa segura ao detonar uma bomba</a:t>
            </a:r>
            <a:r>
              <a:rPr lang="pt-PT"/>
              <a:t> - Caso 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469675" y="192375"/>
            <a:ext cx="6820500" cy="181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lt1"/>
                </a:solidFill>
              </a:rPr>
              <a:t>Escolha da casa segura ao detonar uma bomba - Caso 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4625" y="2117699"/>
            <a:ext cx="1806575" cy="185815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0"/>
          <p:cNvSpPr txBox="1"/>
          <p:nvPr/>
        </p:nvSpPr>
        <p:spPr>
          <a:xfrm>
            <a:off x="405500" y="2117700"/>
            <a:ext cx="6684300" cy="30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latin typeface="Chivo"/>
                <a:ea typeface="Chivo"/>
                <a:cs typeface="Chivo"/>
                <a:sym typeface="Chivo"/>
              </a:rPr>
              <a:t>No caso 2, o bomberman encontra-se bloqueado nas casas superior esquerda, superior direita, inferior esquerda e inferior direita (</a:t>
            </a:r>
            <a:r>
              <a:rPr lang="pt-PT" sz="1600">
                <a:latin typeface="Chivo"/>
                <a:ea typeface="Chivo"/>
                <a:cs typeface="Chivo"/>
                <a:sym typeface="Chivo"/>
              </a:rPr>
              <a:t>simultaneamente</a:t>
            </a:r>
            <a:r>
              <a:rPr lang="pt-PT" sz="1600">
                <a:latin typeface="Chivo"/>
                <a:ea typeface="Chivo"/>
                <a:cs typeface="Chivo"/>
                <a:sym typeface="Chivo"/>
              </a:rPr>
              <a:t>).</a:t>
            </a:r>
            <a:endParaRPr sz="1600">
              <a:latin typeface="Chivo"/>
              <a:ea typeface="Chivo"/>
              <a:cs typeface="Chivo"/>
              <a:sym typeface="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As 8 posições seguras de fuga deste caso são as exemplificadas na imagem onde se encontra o Bomberman.</a:t>
            </a:r>
            <a:endParaRPr sz="1600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 u="sng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Posições</a:t>
            </a:r>
            <a:r>
              <a:rPr b="1" lang="pt-PT"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: [x-2, y+1], [x-2, y-1], [x-1, y+2], [x-1, y-2],</a:t>
            </a:r>
            <a:endParaRPr b="1" sz="1600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 [x+2, y+1], [x+2, y-1], [x+1, y+2], [x+1, y-2], </a:t>
            </a:r>
            <a:r>
              <a:rPr lang="pt-PT" sz="1600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rPr>
              <a:t>todas elas em relação à posição da bomba plantada.</a:t>
            </a:r>
            <a:endParaRPr b="1" sz="1600">
              <a:solidFill>
                <a:schemeClr val="dk1"/>
              </a:solidFill>
              <a:latin typeface="Chivo"/>
              <a:ea typeface="Chivo"/>
              <a:cs typeface="Chivo"/>
              <a:sym typeface="Chi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457200" y="118425"/>
            <a:ext cx="5486400" cy="1386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Algoritmo de Pesquisa</a:t>
            </a:r>
            <a:endParaRPr/>
          </a:p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457200" y="2216225"/>
            <a:ext cx="6195000" cy="25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pt-PT" sz="1600"/>
              <a:t>Para pesquisar o melhor caminho até ao nosso objetivo implementámos a pesquisa A* (A Star) que nos dá o melhor path sem colidir com inimigos nem paredes indestrutíveis).</a:t>
            </a:r>
            <a:endParaRPr sz="1600"/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3275" y="1386500"/>
            <a:ext cx="1937700" cy="2500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cmorris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