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TOMÁS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74a4e03cd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74a4e03cd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FLÁVIA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74a4e03cd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74a4e03cd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FLÁVIA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4a4e03cd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74a4e03cd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TOMÁS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74a4e03cd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74a4e03cd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TOMÁS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Substituto do email, construído para contrariar os pontos negativos do email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Promove o trabalho em equipa com uma aproximação team-first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Funciona com workspaces, espaços partilhados compostos por múltiplos canais onde os team members podem comunicar e trabalhar juntos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Canais podem ser: públicos, privados, partilhados e canais que pertencem a múltiplos workspaces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Públicos:</a:t>
            </a:r>
            <a:r>
              <a:rPr lang="pt-PT"/>
              <a:t> podem ser acedidos por todos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Privados:</a:t>
            </a:r>
            <a:r>
              <a:rPr lang="pt-PT"/>
              <a:t> pessoas apenas convidadas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Conversas podem ter sub-conversas, threads, mensagens agrupadas q facilitam a leitura.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MEMBROS: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Administrative functions: </a:t>
            </a:r>
            <a:r>
              <a:rPr lang="pt-PT"/>
              <a:t>main owner, onwer e admin.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Main owner:</a:t>
            </a:r>
            <a:r>
              <a:rPr lang="pt-PT"/>
              <a:t> pode apagar ou transferir o workspace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Owner: </a:t>
            </a:r>
            <a:r>
              <a:rPr lang="pt-PT"/>
              <a:t>tudo menos apagar e transferir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Admin: </a:t>
            </a:r>
            <a:r>
              <a:rPr lang="pt-PT"/>
              <a:t>gerir membros e canais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Non-administrative functions: </a:t>
            </a:r>
            <a:r>
              <a:rPr lang="pt-PT"/>
              <a:t>member e guest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Member:</a:t>
            </a:r>
            <a:r>
              <a:rPr lang="pt-PT"/>
              <a:t> participam no slack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Guest: </a:t>
            </a:r>
            <a:r>
              <a:rPr lang="pt-PT"/>
              <a:t>apenas podem participar num canal especifico e interagir c as pessoas do mesmo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Mensagens privadas c/ pessoas do workspace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Apps: integração c/ software como GitHub, Zoom, Google: Drive, Calendar, Gmail, cada um com features especificas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4a4e03cd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74a4e03cd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TOMÁS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4a4e03cd1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74a4e03cd1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TOMÁS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Projetos de grupo, empresas, equipas, etc, qql que queira promover teamwork eficiente e poupar tempo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IBM: </a:t>
            </a:r>
            <a:r>
              <a:rPr lang="pt-PT"/>
              <a:t>implementou slack no seu development lifecycle development. Cada trabalhador trabalha com outros 40 ou 50 entao dividiram o slack por teams (#dev-team, ex), para ser + facil falar entre teams e tambem para terem um audit log no historico do slack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FOX</a:t>
            </a:r>
            <a:r>
              <a:rPr lang="pt-PT"/>
              <a:t>: tv, c/ + de 22 mil empregados usa o slack para colaborar em live events, exemplo: fifa copa do mundo 2018. Os colaboradores no local punham fotos tiradas num canal, a produção juntava e trabalhava as fotos, sendo possível ter tudo em tempo real. Tinham tambem zoom meetings atraves da integraçao do slack. Implementaram bots para mostrar os estados de highlights de jogos.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pt-PT"/>
              <a:t>Slack do DETI: </a:t>
            </a:r>
            <a:r>
              <a:rPr lang="pt-PT"/>
              <a:t>diviidido por associaçoes, cadeiras e topicos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Fox, Oracle, Vodafone, muitos +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74a4e03cd1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74a4e03cd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FLÁVIA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4a4e03cd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4a4e03cd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TOMÁS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É freemium, para equipas pequenas plano base é ok. C/ expansão de membros será necessario dar upgrade para ter as features (mais importante: s/ limite de mensagens no canal para nao se perder nada).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Preços são por membro/mes ou membro/ano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Necessario estudar qual o melhor plano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74a4e03cd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74a4e03cd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FLÁVIA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74a4e03cd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74a4e03cd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TOMÁS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Empresas reportaram problemas de ser completamente viciante e distrativo, pessoas postam coisas e ficam a espera de reaçoes pq tudo acontece em tempo real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Empresa de londres disse q c/ 20 membros funcionava ok, qdo meteram 50 foi descalabro total, as pessoas conseguem sempre ver que tem notificaçoes por ler, esta sempre on, nc se consegue desconectar. e se te desconectas e n respondes pessoas pensam q estao a ser ignoradas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Pessoas são muito más no slack do que cara a cara, não ha maneira de nao expressas reaçoes no slack sem ser c/ emojis, no mail é mais simples pq é mais serio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Para combater isto SLACK implementou IA p/ dar highlight nas mensagens + importantes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4a4e03cd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4a4e03cd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FLÁVIA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74a4e03cd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74a4e03cd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7950" y="1341525"/>
            <a:ext cx="76881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na Internet Service: Slack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2276275"/>
            <a:ext cx="7688100" cy="28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/>
              <a:t>89296: Tomás Batista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/>
              <a:t>88887: Flávia Figueiredo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/>
              <a:t>Work done under the framework of discipline APSEI of the course LEI</a:t>
            </a:r>
            <a:br>
              <a:rPr lang="pt-PT" sz="1200"/>
            </a:br>
            <a:r>
              <a:rPr lang="pt-PT" sz="1200"/>
              <a:t>Department of Electronics, Telecommunications and Informatics</a:t>
            </a:r>
            <a:br>
              <a:rPr lang="pt-PT" sz="1200"/>
            </a:br>
            <a:r>
              <a:rPr lang="pt-PT" sz="1200"/>
              <a:t>University of Aveiro</a:t>
            </a:r>
            <a:br>
              <a:rPr lang="pt-PT" sz="1200"/>
            </a:br>
            <a:r>
              <a:rPr lang="pt-PT" sz="1200"/>
              <a:t> </a:t>
            </a:r>
            <a:br>
              <a:rPr lang="pt-PT" sz="1200"/>
            </a:br>
            <a:r>
              <a:rPr lang="pt-PT" sz="1200"/>
              <a:t>Supervision:</a:t>
            </a:r>
            <a:br>
              <a:rPr lang="pt-PT" sz="1200"/>
            </a:br>
            <a:r>
              <a:rPr lang="pt-PT" sz="1200"/>
              <a:t>Manuel de Oliveira Duarte</a:t>
            </a:r>
            <a:br>
              <a:rPr lang="pt-PT" sz="1200"/>
            </a:br>
            <a:br>
              <a:rPr lang="pt-PT" sz="1200"/>
            </a:br>
            <a:r>
              <a:rPr lang="pt-PT" sz="1200"/>
              <a:t>Date</a:t>
            </a:r>
            <a:br>
              <a:rPr lang="pt-PT" sz="1200"/>
            </a:br>
            <a:r>
              <a:rPr lang="pt-PT" sz="1200"/>
              <a:t>21/04/2020</a:t>
            </a:r>
            <a:endParaRPr sz="1200"/>
          </a:p>
        </p:txBody>
      </p:sp>
      <p:grpSp>
        <p:nvGrpSpPr>
          <p:cNvPr id="88" name="Google Shape;88;p13"/>
          <p:cNvGrpSpPr/>
          <p:nvPr/>
        </p:nvGrpSpPr>
        <p:grpSpPr>
          <a:xfrm>
            <a:off x="5092882" y="0"/>
            <a:ext cx="4051124" cy="493651"/>
            <a:chOff x="5092882" y="4649850"/>
            <a:chExt cx="4051124" cy="493651"/>
          </a:xfrm>
        </p:grpSpPr>
        <p:pic>
          <p:nvPicPr>
            <p:cNvPr id="89" name="Google Shape;8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64332" y="4649850"/>
              <a:ext cx="2679674" cy="493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92882" y="4649851"/>
              <a:ext cx="1315719" cy="49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29450" y="54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Presentation Structure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729450" y="1443150"/>
            <a:ext cx="7688700" cy="32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Objectives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pt-PT"/>
              <a:t>Tech</a:t>
            </a:r>
            <a:r>
              <a:rPr b="1" lang="pt-PT"/>
              <a:t>n</a:t>
            </a:r>
            <a:r>
              <a:rPr b="1" lang="pt-PT"/>
              <a:t>ical: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 sz="1300"/>
              <a:t>What is Slack and how does it work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pt-PT"/>
              <a:t>Social, Economical and Ethical: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 sz="1300"/>
              <a:t>Market target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 sz="1300"/>
              <a:t>Impact on people’s way of living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 sz="1300"/>
              <a:t>Economic i</a:t>
            </a:r>
            <a:r>
              <a:rPr lang="pt-PT" sz="1300"/>
              <a:t>m</a:t>
            </a:r>
            <a:r>
              <a:rPr lang="pt-PT" sz="1300"/>
              <a:t>plications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 sz="1300"/>
              <a:t>Business model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 sz="1300"/>
              <a:t>Ethical issues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 sz="1300"/>
              <a:t>Fair usage of the involved resources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Questions?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54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Objectives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1443150"/>
            <a:ext cx="7688700" cy="32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Study of the organization and the structure of Slack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Technical and economical analysis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Impacts of the application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Associated problems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200"/>
              <a:t>Technical</a:t>
            </a:r>
            <a:endParaRPr sz="7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54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What is Slack and how does it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1443150"/>
            <a:ext cx="7688700" cy="32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Substitute of email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Promotes teamwork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PT"/>
              <a:t>Workspaces:</a:t>
            </a:r>
            <a:endParaRPr b="1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Members (different privileges)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Channels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Private messages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Integrated apps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628" y="1443150"/>
            <a:ext cx="4529624" cy="294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200"/>
              <a:t>Social Economical</a:t>
            </a:r>
            <a:endParaRPr sz="7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200"/>
              <a:t>Ethical</a:t>
            </a:r>
            <a:endParaRPr sz="7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29450" y="54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Market target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729450" y="1443150"/>
            <a:ext cx="7688700" cy="32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Companies, Group projects, Teams, etc.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PT"/>
              <a:t>Clients:</a:t>
            </a:r>
            <a:endParaRPr b="1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Fox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Oracle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Vodafone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and many more…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/>
              <a:t>DETI Slack</a:t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249" y="970400"/>
            <a:ext cx="3322725" cy="37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54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Impact on people’s way of living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1443150"/>
            <a:ext cx="3419700" cy="32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The good...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Facilitate team interactions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Numerous applications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Organize work, keep information up-to-date...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… and the bad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Message overload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Lower productivity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Remote workers show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8825" y="1619000"/>
            <a:ext cx="4336375" cy="270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7650" y="519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Economic implications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9450" y="1443150"/>
            <a:ext cx="3503700" cy="32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Freemium Software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4 different plans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PT"/>
              <a:t>Different features associated with different plans</a:t>
            </a:r>
            <a:endParaRPr b="1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Unlimited messages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Unlimited Video chat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Assistance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Improved security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950" y="1443150"/>
            <a:ext cx="4994051" cy="28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729450" y="54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Business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729450" y="1443150"/>
            <a:ext cx="7950300" cy="34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Freemium Base Membership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Key Resources, Partners and Activities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Unicorn Startup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8725" y="1819575"/>
            <a:ext cx="4093051" cy="310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950" y="2797250"/>
            <a:ext cx="3784625" cy="22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729450" y="54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Ethical issues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766450" y="1443150"/>
            <a:ext cx="7688700" cy="32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Blurred</a:t>
            </a:r>
            <a:r>
              <a:rPr lang="pt-PT"/>
              <a:t> boundaries between work and play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Stress and Anxiety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People are meaner on Slack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/>
              <a:t>Slack AI</a:t>
            </a:r>
            <a:endParaRPr/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426" y="1443150"/>
            <a:ext cx="4233174" cy="301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729450" y="54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Fair usage of the involved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729450" y="1443150"/>
            <a:ext cx="7688700" cy="32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Security Concerns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Issues with Privacy Policies</a:t>
            </a:r>
            <a:endParaRPr/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8600" y="1443150"/>
            <a:ext cx="4684752" cy="245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200"/>
              <a:t>Questions?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