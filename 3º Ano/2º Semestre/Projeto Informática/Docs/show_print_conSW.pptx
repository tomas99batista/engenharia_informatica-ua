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3af2e5d9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3af2e5d9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3af2e5d9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3af2e5d9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af2e5d9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af2e5d9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73af2e5d9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73af2e5d9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73af2e5d9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73af2e5d9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73af2e5d9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73af2e5d9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